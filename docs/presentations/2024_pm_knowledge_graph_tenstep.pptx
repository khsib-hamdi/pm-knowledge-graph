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343" r:id="rId2"/>
    <p:sldId id="260" r:id="rId3"/>
    <p:sldId id="465" r:id="rId4"/>
    <p:sldId id="344" r:id="rId5"/>
    <p:sldId id="464" r:id="rId6"/>
    <p:sldId id="348" r:id="rId7"/>
    <p:sldId id="466" r:id="rId8"/>
    <p:sldId id="463" r:id="rId9"/>
    <p:sldId id="285" r:id="rId1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em" initials="W" lastIdx="1" clrIdx="0">
    <p:extLst>
      <p:ext uri="{19B8F6BF-5375-455C-9EA6-DF929625EA0E}">
        <p15:presenceInfo xmlns:p15="http://schemas.microsoft.com/office/powerpoint/2012/main" userId="Wie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7E9"/>
    <a:srgbClr val="2709A7"/>
    <a:srgbClr val="E3F1E6"/>
    <a:srgbClr val="427137"/>
    <a:srgbClr val="579549"/>
    <a:srgbClr val="FFFFFF"/>
    <a:srgbClr val="D0E8D6"/>
    <a:srgbClr val="ECECEC"/>
    <a:srgbClr val="FFCCCC"/>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A80F68-0DF5-6746-5D47-400A474C55A6}" v="2" dt="2026-08-06T17:57:32.95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hra HLIOUI" userId="S::zahra.hlioui@esprit.tn::b517046e-8ec2-4a95-8fde-62b8ac245179" providerId="AD" clId="Web-{50A80F68-0DF5-6746-5D47-400A474C55A6}"/>
    <pc:docChg chg="modSld">
      <pc:chgData name="Zahra HLIOUI" userId="S::zahra.hlioui@esprit.tn::b517046e-8ec2-4a95-8fde-62b8ac245179" providerId="AD" clId="Web-{50A80F68-0DF5-6746-5D47-400A474C55A6}" dt="2026-08-06T17:57:32.951" v="1" actId="1076"/>
      <pc:docMkLst>
        <pc:docMk/>
      </pc:docMkLst>
      <pc:sldChg chg="modSp">
        <pc:chgData name="Zahra HLIOUI" userId="S::zahra.hlioui@esprit.tn::b517046e-8ec2-4a95-8fde-62b8ac245179" providerId="AD" clId="Web-{50A80F68-0DF5-6746-5D47-400A474C55A6}" dt="2026-08-06T17:57:32.951" v="1" actId="1076"/>
        <pc:sldMkLst>
          <pc:docMk/>
          <pc:sldMk cId="0" sldId="348"/>
        </pc:sldMkLst>
        <pc:picChg chg="mod">
          <ac:chgData name="Zahra HLIOUI" userId="S::zahra.hlioui@esprit.tn::b517046e-8ec2-4a95-8fde-62b8ac245179" providerId="AD" clId="Web-{50A80F68-0DF5-6746-5D47-400A474C55A6}" dt="2026-08-06T17:57:32.951" v="1" actId="1076"/>
          <ac:picMkLst>
            <pc:docMk/>
            <pc:sldMk cId="0" sldId="348"/>
            <ac:picMk id="68" creationId="{046E465C-F519-44C4-BEB3-9F64480F9CF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47DD57A-68BD-404E-B5CD-9E4007DAA83C}" type="datetimeFigureOut">
              <a:rPr lang="fr-FR" smtClean="0"/>
              <a:pPr/>
              <a:t>06/08/2026</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2EDA67B-14C5-4C1E-A424-4842870B32F0}" type="slidenum">
              <a:rPr lang="fr-FR" smtClean="0"/>
              <a:pPr/>
              <a:t>‹#›</a:t>
            </a:fld>
            <a:endParaRPr 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802215-DF05-45B6-A03A-338C24CBE28C}" type="datetimeFigureOut">
              <a:rPr lang="fr-FR" smtClean="0"/>
              <a:pPr/>
              <a:t>06/08/2026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9C74A-3424-435B-A123-E9D9222B37E6}" type="slidenum">
              <a:rPr lang="fr-FR" smtClean="0"/>
              <a:pPr/>
              <a:t>‹#›</a:t>
            </a:fld>
            <a:endParaRPr lang="fr-F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a:p>
        </p:txBody>
      </p:sp>
      <p:sp>
        <p:nvSpPr>
          <p:cNvPr id="5" name="Slide Number Placeholder 4">
            <a:extLst>
              <a:ext uri="{FF2B5EF4-FFF2-40B4-BE49-F238E27FC236}">
                <a16:creationId xmlns:a16="http://schemas.microsoft.com/office/drawing/2014/main" id="{A9937317-4C8B-4ED4-21AE-7823EC3CD7E7}"/>
              </a:ext>
            </a:extLst>
          </p:cNvPr>
          <p:cNvSpPr>
            <a:spLocks noGrp="1"/>
          </p:cNvSpPr>
          <p:nvPr>
            <p:ph type="sldNum" sz="quarter" idx="5"/>
          </p:nvPr>
        </p:nvSpPr>
        <p:spPr/>
        <p:txBody>
          <a:bodyPr/>
          <a:lstStyle/>
          <a:p>
            <a:fld id="{2819C74A-3424-435B-A123-E9D9222B37E6}" type="slidenum">
              <a:rPr lang="fr-FR" smtClean="0"/>
              <a:pP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mn-lt"/>
                <a:ea typeface="+mn-ea"/>
                <a:cs typeface="+mn-cs"/>
              </a:rPr>
              <a:t>Here is the outline of the presentation. I will start by introducing the context and motivations behind our work. Then, I will explain the problematic and our objectives. After that, I will present a summary of the state-of-the-art of existing decomposition-based many-objective evolutionary algorithms.</a:t>
            </a:r>
            <a:r>
              <a:rPr lang="en-US" sz="1200" kern="1200" baseline="0">
                <a:solidFill>
                  <a:schemeClr val="tx1"/>
                </a:solidFill>
                <a:latin typeface="+mn-lt"/>
                <a:ea typeface="+mn-ea"/>
                <a:cs typeface="+mn-cs"/>
              </a:rPr>
              <a:t> </a:t>
            </a:r>
            <a:r>
              <a:rPr lang="en-US" sz="1200" kern="1200">
                <a:solidFill>
                  <a:schemeClr val="tx1"/>
                </a:solidFill>
                <a:latin typeface="+mn-lt"/>
                <a:ea typeface="+mn-ea"/>
                <a:cs typeface="+mn-cs"/>
              </a:rPr>
              <a:t>Next, I am going to detail our three contributions and finally I will finish with the conclusions and future works. </a:t>
            </a:r>
            <a:endParaRPr lang="fr-FR" sz="1200" kern="1200">
              <a:solidFill>
                <a:schemeClr val="tx1"/>
              </a:solidFill>
              <a:latin typeface="+mn-lt"/>
              <a:ea typeface="+mn-ea"/>
              <a:cs typeface="+mn-cs"/>
            </a:endParaRPr>
          </a:p>
          <a:p>
            <a:endParaRPr lang="en-US"/>
          </a:p>
        </p:txBody>
      </p:sp>
      <p:sp>
        <p:nvSpPr>
          <p:cNvPr id="5" name="Slide Number Placeholder 4">
            <a:extLst>
              <a:ext uri="{FF2B5EF4-FFF2-40B4-BE49-F238E27FC236}">
                <a16:creationId xmlns:a16="http://schemas.microsoft.com/office/drawing/2014/main" id="{CA55B6A7-CC49-12E9-2215-FE6C273E4A0D}"/>
              </a:ext>
            </a:extLst>
          </p:cNvPr>
          <p:cNvSpPr>
            <a:spLocks noGrp="1"/>
          </p:cNvSpPr>
          <p:nvPr>
            <p:ph type="sldNum" sz="quarter" idx="5"/>
          </p:nvPr>
        </p:nvSpPr>
        <p:spPr/>
        <p:txBody>
          <a:bodyPr/>
          <a:lstStyle/>
          <a:p>
            <a:fld id="{2819C74A-3424-435B-A123-E9D9222B37E6}" type="slidenum">
              <a:rPr lang="fr-FR" smtClean="0"/>
              <a:pPr/>
              <a:t>2</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Project management</a:t>
            </a:r>
            <a:r>
              <a:rPr lang="en-US"/>
              <a:t> is the process of planning, organizing, executing, and controlling the activities of a project to achieve specific goals within a defined scope, timeframe, and budget. It involves coordinating resources (people, equipment, technology, etc.), managing stakeholders, and applying structured methodologies to ensure the successful completion of a project.</a:t>
            </a:r>
          </a:p>
        </p:txBody>
      </p:sp>
      <p:sp>
        <p:nvSpPr>
          <p:cNvPr id="5" name="Slide Number Placeholder 4">
            <a:extLst>
              <a:ext uri="{FF2B5EF4-FFF2-40B4-BE49-F238E27FC236}">
                <a16:creationId xmlns:a16="http://schemas.microsoft.com/office/drawing/2014/main" id="{18F67EF8-3E45-0C5B-5D47-DF8DCE8B405C}"/>
              </a:ext>
            </a:extLst>
          </p:cNvPr>
          <p:cNvSpPr>
            <a:spLocks noGrp="1"/>
          </p:cNvSpPr>
          <p:nvPr>
            <p:ph type="sldNum" sz="quarter" idx="5"/>
          </p:nvPr>
        </p:nvSpPr>
        <p:spPr/>
        <p:txBody>
          <a:bodyPr/>
          <a:lstStyle/>
          <a:p>
            <a:fld id="{2819C74A-3424-435B-A123-E9D9222B37E6}" type="slidenum">
              <a:rPr lang="fr-FR" smtClean="0"/>
              <a:pPr/>
              <a:t>3</a:t>
            </a:fld>
            <a:endParaRPr lang="fr-FR"/>
          </a:p>
        </p:txBody>
      </p:sp>
    </p:spTree>
    <p:extLst>
      <p:ext uri="{BB962C8B-B14F-4D97-AF65-F5344CB8AC3E}">
        <p14:creationId xmlns:p14="http://schemas.microsoft.com/office/powerpoint/2010/main" val="3698430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So let’s start with multi-objective optimization. A multi-objective optimization problem can be defined as minimizing or maximizing a number of objectives under a number of equalities and inequalities constraints. In multi-objective optimization, there is no one unique solution but possibly an uncountable</a:t>
            </a:r>
            <a:r>
              <a:rPr lang="en-US" baseline="0"/>
              <a:t> set of solutions that is called the Pareto optimal set. The image of those solutions in the objective space will form the Pareto  optimal front. The two main goals of multi-objective optimization are convergence and diversity. Convergence which </a:t>
            </a:r>
            <a:r>
              <a:rPr lang="en-US" baseline="0" err="1"/>
              <a:t>consits</a:t>
            </a:r>
            <a:r>
              <a:rPr lang="en-US" baseline="0"/>
              <a:t> in providing a set of solutions that  approach </a:t>
            </a:r>
            <a:r>
              <a:rPr lang="fr-FR" baseline="0"/>
              <a:t>the Pareto front as </a:t>
            </a:r>
            <a:r>
              <a:rPr lang="fr-FR" baseline="0" err="1"/>
              <a:t>much</a:t>
            </a:r>
            <a:r>
              <a:rPr lang="fr-FR" baseline="0"/>
              <a:t> as possible </a:t>
            </a:r>
            <a:r>
              <a:rPr lang="fr-FR" baseline="0" err="1"/>
              <a:t>while</a:t>
            </a:r>
            <a:r>
              <a:rPr lang="fr-FR" baseline="0"/>
              <a:t> the </a:t>
            </a:r>
            <a:r>
              <a:rPr lang="fr-FR" baseline="0" err="1"/>
              <a:t>diversity</a:t>
            </a:r>
            <a:r>
              <a:rPr lang="fr-FR" baseline="0"/>
              <a:t> </a:t>
            </a:r>
            <a:r>
              <a:rPr lang="fr-FR" baseline="0" err="1"/>
              <a:t>spreads</a:t>
            </a:r>
            <a:r>
              <a:rPr lang="fr-FR" baseline="0"/>
              <a:t> </a:t>
            </a:r>
            <a:r>
              <a:rPr lang="fr-FR" baseline="0" err="1"/>
              <a:t>those</a:t>
            </a:r>
            <a:r>
              <a:rPr lang="fr-FR" baseline="0"/>
              <a:t> solutions over the Pareto front as </a:t>
            </a:r>
            <a:r>
              <a:rPr lang="fr-FR" baseline="0" err="1"/>
              <a:t>uniform</a:t>
            </a:r>
            <a:r>
              <a:rPr lang="fr-FR" baseline="0"/>
              <a:t> as possible. </a:t>
            </a:r>
            <a:r>
              <a:rPr lang="fr-FR" baseline="0" err="1"/>
              <a:t>Evolutionary</a:t>
            </a:r>
            <a:r>
              <a:rPr lang="fr-FR" baseline="0"/>
              <a:t> </a:t>
            </a:r>
            <a:r>
              <a:rPr lang="fr-FR" baseline="0" err="1"/>
              <a:t>algorithms</a:t>
            </a:r>
            <a:r>
              <a:rPr lang="fr-FR" baseline="0"/>
              <a:t> have </a:t>
            </a:r>
            <a:r>
              <a:rPr lang="fr-FR" baseline="0" err="1"/>
              <a:t>proven</a:t>
            </a:r>
            <a:r>
              <a:rPr lang="fr-FR" baseline="0"/>
              <a:t> </a:t>
            </a:r>
            <a:r>
              <a:rPr lang="fr-FR" baseline="0" err="1"/>
              <a:t>their</a:t>
            </a:r>
            <a:r>
              <a:rPr lang="fr-FR" baseline="0"/>
              <a:t> </a:t>
            </a:r>
            <a:r>
              <a:rPr lang="fr-FR" baseline="0" err="1"/>
              <a:t>strength</a:t>
            </a:r>
            <a:r>
              <a:rPr lang="fr-FR" baseline="0"/>
              <a:t> in </a:t>
            </a:r>
            <a:r>
              <a:rPr lang="fr-FR" baseline="0" err="1"/>
              <a:t>solving</a:t>
            </a:r>
            <a:r>
              <a:rPr lang="fr-FR" baseline="0"/>
              <a:t> multi-objective </a:t>
            </a:r>
            <a:r>
              <a:rPr lang="fr-FR" baseline="0" err="1"/>
              <a:t>optimization</a:t>
            </a:r>
            <a:r>
              <a:rPr lang="fr-FR" baseline="0"/>
              <a:t> </a:t>
            </a:r>
            <a:r>
              <a:rPr lang="fr-FR" baseline="0" err="1"/>
              <a:t>problems</a:t>
            </a:r>
            <a:r>
              <a:rPr lang="fr-FR" baseline="0"/>
              <a:t> in </a:t>
            </a:r>
            <a:r>
              <a:rPr lang="fr-FR" baseline="0" err="1"/>
              <a:t>that</a:t>
            </a:r>
            <a:r>
              <a:rPr lang="fr-FR" baseline="0"/>
              <a:t> </a:t>
            </a:r>
            <a:r>
              <a:rPr lang="fr-FR" baseline="0" err="1"/>
              <a:t>they</a:t>
            </a:r>
            <a:r>
              <a:rPr lang="fr-FR" baseline="0"/>
              <a:t> are able to </a:t>
            </a:r>
            <a:r>
              <a:rPr lang="fr-FR" baseline="0" err="1"/>
              <a:t>provide</a:t>
            </a:r>
            <a:r>
              <a:rPr lang="fr-FR" baseline="0"/>
              <a:t> a set of compromise solutions as output  in a single </a:t>
            </a:r>
            <a:r>
              <a:rPr lang="fr-FR" baseline="0" err="1"/>
              <a:t>optimization</a:t>
            </a:r>
            <a:r>
              <a:rPr lang="fr-FR" baseline="0"/>
              <a:t> </a:t>
            </a:r>
            <a:r>
              <a:rPr lang="fr-FR" baseline="0" err="1"/>
              <a:t>run</a:t>
            </a:r>
            <a:r>
              <a:rPr lang="fr-FR" baseline="0"/>
              <a:t> and </a:t>
            </a:r>
            <a:r>
              <a:rPr lang="fr-FR" baseline="0" err="1"/>
              <a:t>they</a:t>
            </a:r>
            <a:r>
              <a:rPr lang="fr-FR" baseline="0"/>
              <a:t> are </a:t>
            </a:r>
            <a:r>
              <a:rPr lang="fr-FR" baseline="0" err="1"/>
              <a:t>insensitive</a:t>
            </a:r>
            <a:r>
              <a:rPr lang="fr-FR" baseline="0"/>
              <a:t> to the </a:t>
            </a:r>
            <a:r>
              <a:rPr lang="fr-FR" baseline="0" err="1"/>
              <a:t>shape</a:t>
            </a:r>
            <a:r>
              <a:rPr lang="fr-FR" baseline="0"/>
              <a:t> of the Pareto front.</a:t>
            </a:r>
            <a:endParaRPr lang="en-US"/>
          </a:p>
        </p:txBody>
      </p:sp>
      <p:sp>
        <p:nvSpPr>
          <p:cNvPr id="5" name="Slide Number Placeholder 4">
            <a:extLst>
              <a:ext uri="{FF2B5EF4-FFF2-40B4-BE49-F238E27FC236}">
                <a16:creationId xmlns:a16="http://schemas.microsoft.com/office/drawing/2014/main" id="{B05DFFB8-E393-D675-7918-151103D54E56}"/>
              </a:ext>
            </a:extLst>
          </p:cNvPr>
          <p:cNvSpPr>
            <a:spLocks noGrp="1"/>
          </p:cNvSpPr>
          <p:nvPr>
            <p:ph type="sldNum" sz="quarter" idx="5"/>
          </p:nvPr>
        </p:nvSpPr>
        <p:spPr/>
        <p:txBody>
          <a:bodyPr/>
          <a:lstStyle/>
          <a:p>
            <a:fld id="{2819C74A-3424-435B-A123-E9D9222B37E6}" type="slidenum">
              <a:rPr lang="fr-FR" smtClean="0"/>
              <a:pPr/>
              <a:t>4</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Several</a:t>
            </a:r>
            <a:r>
              <a:rPr lang="en-US" baseline="0"/>
              <a:t> constraint handling techniques have proven their  ability to  guide the solutions towards the feasible regions of the Pareto front when solving constrained MOPs. The question here is how will be the infeasible regions when solving </a:t>
            </a:r>
            <a:r>
              <a:rPr lang="en-US" baseline="0" err="1"/>
              <a:t>CMaOPs</a:t>
            </a:r>
            <a:r>
              <a:rPr lang="en-US" baseline="0"/>
              <a:t>? And how to design new constraint handling techniques for </a:t>
            </a:r>
            <a:r>
              <a:rPr lang="en-US" baseline="0" err="1"/>
              <a:t>CMaOPs</a:t>
            </a:r>
            <a:r>
              <a:rPr lang="en-US" baseline="0"/>
              <a:t>? The objectives of this doctoral thesis are first to propose a decomposition-based dominance relation to solve </a:t>
            </a:r>
            <a:r>
              <a:rPr lang="en-US" baseline="0" err="1"/>
              <a:t>MaOPs</a:t>
            </a:r>
            <a:r>
              <a:rPr lang="en-US" baseline="0"/>
              <a:t>, second to design a decomposition-based approach to solve </a:t>
            </a:r>
            <a:r>
              <a:rPr lang="en-US" baseline="0" err="1"/>
              <a:t>MaOPs</a:t>
            </a:r>
            <a:r>
              <a:rPr lang="en-US" baseline="0"/>
              <a:t> with complex Pareto fronts. Third, to propose new constraint handling strategies based on decomposition to solve </a:t>
            </a:r>
            <a:r>
              <a:rPr lang="en-US" baseline="0" err="1"/>
              <a:t>CMaOPs</a:t>
            </a:r>
            <a:r>
              <a:rPr lang="en-US" baseline="0"/>
              <a:t>.</a:t>
            </a:r>
            <a:endParaRPr lang="en-US"/>
          </a:p>
        </p:txBody>
      </p:sp>
      <p:sp>
        <p:nvSpPr>
          <p:cNvPr id="5" name="Slide Number Placeholder 4">
            <a:extLst>
              <a:ext uri="{FF2B5EF4-FFF2-40B4-BE49-F238E27FC236}">
                <a16:creationId xmlns:a16="http://schemas.microsoft.com/office/drawing/2014/main" id="{5B5AF1A8-A875-13B2-234F-9E2E7ECADD5F}"/>
              </a:ext>
            </a:extLst>
          </p:cNvPr>
          <p:cNvSpPr>
            <a:spLocks noGrp="1"/>
          </p:cNvSpPr>
          <p:nvPr>
            <p:ph type="sldNum" sz="quarter" idx="5"/>
          </p:nvPr>
        </p:nvSpPr>
        <p:spPr/>
        <p:txBody>
          <a:bodyPr/>
          <a:lstStyle/>
          <a:p>
            <a:fld id="{2819C74A-3424-435B-A123-E9D9222B37E6}" type="slidenum">
              <a:rPr lang="fr-FR" smtClean="0"/>
              <a:pPr/>
              <a:t>6</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16A6C01D-42A6-7FD8-26CD-AE7B7FD90B16}"/>
              </a:ext>
            </a:extLst>
          </p:cNvPr>
          <p:cNvSpPr>
            <a:spLocks noGrp="1"/>
          </p:cNvSpPr>
          <p:nvPr>
            <p:ph type="sldNum" sz="quarter" idx="5"/>
          </p:nvPr>
        </p:nvSpPr>
        <p:spPr/>
        <p:txBody>
          <a:bodyPr/>
          <a:lstStyle/>
          <a:p>
            <a:fld id="{2819C74A-3424-435B-A123-E9D9222B37E6}" type="slidenum">
              <a:rPr lang="fr-FR" smtClean="0"/>
              <a:pPr/>
              <a:t>8</a:t>
            </a:fld>
            <a:endParaRPr lang="fr-FR"/>
          </a:p>
        </p:txBody>
      </p:sp>
    </p:spTree>
    <p:extLst>
      <p:ext uri="{BB962C8B-B14F-4D97-AF65-F5344CB8AC3E}">
        <p14:creationId xmlns:p14="http://schemas.microsoft.com/office/powerpoint/2010/main" val="32006527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620688"/>
            <a:ext cx="7772400" cy="1470025"/>
          </a:xfrm>
        </p:spPr>
        <p:txBody>
          <a:bodyPr>
            <a:normAutofit/>
          </a:bodyPr>
          <a:lstStyle>
            <a:lvl1pPr>
              <a:defRPr sz="3200"/>
            </a:lvl1pPr>
          </a:lstStyle>
          <a:p>
            <a:r>
              <a:rPr lang="fr-FR"/>
              <a:t>Cliquez pour modifier le style du titre</a:t>
            </a:r>
          </a:p>
        </p:txBody>
      </p:sp>
      <p:sp>
        <p:nvSpPr>
          <p:cNvPr id="3" name="Sous-titre 2"/>
          <p:cNvSpPr>
            <a:spLocks noGrp="1"/>
          </p:cNvSpPr>
          <p:nvPr>
            <p:ph type="subTitle" idx="1"/>
          </p:nvPr>
        </p:nvSpPr>
        <p:spPr>
          <a:xfrm>
            <a:off x="1371600" y="2708920"/>
            <a:ext cx="6400800" cy="1368152"/>
          </a:xfrm>
        </p:spPr>
        <p:txBody>
          <a:bodyPr>
            <a:normAutofit/>
          </a:bodyPr>
          <a:lstStyle>
            <a:lvl1pPr marL="0" indent="0" algn="ctr">
              <a:buNone/>
              <a:defRPr kumimoji="0" lang="fr-FR" sz="2800" kern="1200" dirty="0" smtClean="0">
                <a:solidFill>
                  <a:schemeClr val="tx1"/>
                </a:solidFill>
                <a:latin typeface="Calibri" pitchFamily="34"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pic>
        <p:nvPicPr>
          <p:cNvPr id="11" name="Picture 3"/>
          <p:cNvPicPr>
            <a:picLocks noChangeAspect="1" noChangeArrowheads="1"/>
          </p:cNvPicPr>
          <p:nvPr userDrawn="1"/>
        </p:nvPicPr>
        <p:blipFill>
          <a:blip r:embed="rId2" cstate="print"/>
          <a:srcRect/>
          <a:stretch>
            <a:fillRect/>
          </a:stretch>
        </p:blipFill>
        <p:spPr bwMode="auto">
          <a:xfrm>
            <a:off x="-32" y="-27384"/>
            <a:ext cx="9144000" cy="438150"/>
          </a:xfrm>
          <a:prstGeom prst="rect">
            <a:avLst/>
          </a:prstGeom>
          <a:noFill/>
          <a:ln w="9525">
            <a:noFill/>
            <a:miter lim="800000"/>
            <a:headEnd/>
            <a:tailEnd/>
          </a:ln>
          <a:effectLst/>
        </p:spPr>
      </p:pic>
      <p:sp>
        <p:nvSpPr>
          <p:cNvPr id="28" name="Espace réservé du numéro de diapositive 5"/>
          <p:cNvSpPr>
            <a:spLocks noGrp="1"/>
          </p:cNvSpPr>
          <p:nvPr>
            <p:ph type="sldNum" sz="quarter" idx="4"/>
          </p:nvPr>
        </p:nvSpPr>
        <p:spPr>
          <a:xfrm>
            <a:off x="4283968" y="6520259"/>
            <a:ext cx="684024" cy="365125"/>
          </a:xfrm>
          <a:prstGeom prst="rect">
            <a:avLst/>
          </a:prstGeom>
        </p:spPr>
        <p:txBody>
          <a:bodyPr vert="horz" lIns="91440" tIns="45720" rIns="91440" bIns="45720" rtlCol="0" anchor="ctr"/>
          <a:lstStyle>
            <a:lvl1pPr marL="0" algn="ctr" defTabSz="914400" rtl="0" eaLnBrk="1" latinLnBrk="0" hangingPunct="1">
              <a:defRPr lang="fr-FR" sz="1400" b="1" kern="1200" smtClean="0">
                <a:solidFill>
                  <a:schemeClr val="bg1"/>
                </a:solidFill>
                <a:effectLst>
                  <a:outerShdw blurRad="38100" dist="38100" dir="2700000" algn="tl">
                    <a:srgbClr val="000000">
                      <a:alpha val="43137"/>
                    </a:srgbClr>
                  </a:outerShdw>
                </a:effectLst>
                <a:latin typeface="+mn-lt"/>
                <a:ea typeface="+mn-ea"/>
                <a:cs typeface="+mn-cs"/>
              </a:defRPr>
            </a:lvl1pPr>
          </a:lstStyle>
          <a:p>
            <a:fld id="{ECB854CD-BC34-4077-AE74-0D61424FD3C1}" type="slidenum">
              <a:rPr lang="fr-FR" smtClean="0"/>
              <a:pPr/>
              <a:t>‹#›</a:t>
            </a:fld>
            <a:endParaRPr lang="fr-FR"/>
          </a:p>
        </p:txBody>
      </p:sp>
      <p:sp>
        <p:nvSpPr>
          <p:cNvPr id="29" name="Espace réservé de la date 3"/>
          <p:cNvSpPr>
            <a:spLocks noGrp="1"/>
          </p:cNvSpPr>
          <p:nvPr>
            <p:ph type="dt" sz="half" idx="2"/>
          </p:nvPr>
        </p:nvSpPr>
        <p:spPr>
          <a:xfrm>
            <a:off x="7164408" y="6520259"/>
            <a:ext cx="1080000" cy="365125"/>
          </a:xfrm>
          <a:prstGeom prst="rect">
            <a:avLst/>
          </a:prstGeom>
        </p:spPr>
        <p:txBody>
          <a:bodyPr vert="horz" lIns="91440" tIns="45720" rIns="91440" bIns="45720" rtlCol="0" anchor="ctr"/>
          <a:lstStyle>
            <a:lvl1pPr algn="l">
              <a:defRPr lang="fr-FR" sz="1400" b="1" kern="1200" smtClean="0">
                <a:solidFill>
                  <a:schemeClr val="bg1"/>
                </a:solidFill>
                <a:effectLst>
                  <a:outerShdw blurRad="38100" dist="38100" dir="2700000" algn="tl">
                    <a:srgbClr val="000000">
                      <a:alpha val="43137"/>
                    </a:srgbClr>
                  </a:outerShdw>
                </a:effectLst>
                <a:latin typeface="+mn-lt"/>
                <a:ea typeface="+mn-ea"/>
                <a:cs typeface="+mn-cs"/>
              </a:defRPr>
            </a:lvl1pPr>
          </a:lstStyle>
          <a:p>
            <a:endParaRPr lang="fr-FR"/>
          </a:p>
        </p:txBody>
      </p:sp>
      <p:sp>
        <p:nvSpPr>
          <p:cNvPr id="30" name="Espace réservé du pied de page 4"/>
          <p:cNvSpPr>
            <a:spLocks noGrp="1"/>
          </p:cNvSpPr>
          <p:nvPr>
            <p:ph type="ftr" sz="quarter" idx="3"/>
          </p:nvPr>
        </p:nvSpPr>
        <p:spPr>
          <a:xfrm>
            <a:off x="107504" y="6520259"/>
            <a:ext cx="2895600" cy="365125"/>
          </a:xfrm>
          <a:prstGeom prst="rect">
            <a:avLst/>
          </a:prstGeom>
        </p:spPr>
        <p:txBody>
          <a:bodyPr vert="horz" lIns="91440" tIns="45720" rIns="91440" bIns="45720" rtlCol="0" anchor="ctr"/>
          <a:lstStyle>
            <a:lvl1pPr algn="ctr">
              <a:defRPr sz="1400" b="1">
                <a:solidFill>
                  <a:schemeClr val="bg1"/>
                </a:solidFill>
                <a:effectLst>
                  <a:outerShdw blurRad="38100" dist="38100" dir="2700000" algn="tl">
                    <a:srgbClr val="000000">
                      <a:alpha val="43137"/>
                    </a:srgbClr>
                  </a:outerShdw>
                </a:effectLst>
              </a:defRPr>
            </a:lvl1pPr>
          </a:lstStyle>
          <a:p>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a:xfrm>
            <a:off x="457200" y="476672"/>
            <a:ext cx="8229600" cy="994122"/>
          </a:xfrm>
        </p:spPr>
        <p:txBody>
          <a:bodyPr/>
          <a:lstStyle/>
          <a:p>
            <a:r>
              <a:rPr lang="fr-FR"/>
              <a:t>Cliquez pour modifier le style du titre</a:t>
            </a:r>
          </a:p>
        </p:txBody>
      </p:sp>
      <p:pic>
        <p:nvPicPr>
          <p:cNvPr id="12" name="Picture 3"/>
          <p:cNvPicPr>
            <a:picLocks noChangeAspect="1" noChangeArrowheads="1"/>
          </p:cNvPicPr>
          <p:nvPr userDrawn="1"/>
        </p:nvPicPr>
        <p:blipFill>
          <a:blip r:embed="rId2" cstate="print"/>
          <a:srcRect/>
          <a:stretch>
            <a:fillRect/>
          </a:stretch>
        </p:blipFill>
        <p:spPr bwMode="auto">
          <a:xfrm>
            <a:off x="-32" y="-27384"/>
            <a:ext cx="9144000" cy="438150"/>
          </a:xfrm>
          <a:prstGeom prst="rect">
            <a:avLst/>
          </a:prstGeom>
          <a:noFill/>
          <a:ln w="9525">
            <a:noFill/>
            <a:miter lim="800000"/>
            <a:headEnd/>
            <a:tailEnd/>
          </a:ln>
          <a:effectLst/>
        </p:spPr>
      </p:pic>
      <p:sp>
        <p:nvSpPr>
          <p:cNvPr id="17" name="Espace réservé du pied de page 4"/>
          <p:cNvSpPr>
            <a:spLocks noGrp="1"/>
          </p:cNvSpPr>
          <p:nvPr>
            <p:ph type="ftr" sz="quarter" idx="3"/>
          </p:nvPr>
        </p:nvSpPr>
        <p:spPr>
          <a:xfrm>
            <a:off x="107504" y="6520259"/>
            <a:ext cx="2895600" cy="365125"/>
          </a:xfrm>
          <a:prstGeom prst="rect">
            <a:avLst/>
          </a:prstGeom>
        </p:spPr>
        <p:txBody>
          <a:bodyPr vert="horz" lIns="91440" tIns="45720" rIns="91440" bIns="45720" rtlCol="0" anchor="ctr"/>
          <a:lstStyle>
            <a:lvl1pPr algn="ctr">
              <a:defRPr sz="1400" b="1">
                <a:solidFill>
                  <a:schemeClr val="bg1"/>
                </a:solidFill>
                <a:effectLst>
                  <a:outerShdw blurRad="38100" dist="38100" dir="2700000" algn="tl">
                    <a:srgbClr val="000000">
                      <a:alpha val="43137"/>
                    </a:srgbClr>
                  </a:outerShdw>
                </a:effectLst>
              </a:defRPr>
            </a:lvl1pPr>
          </a:lstStyle>
          <a:p>
            <a:endParaRPr lang="fr-FR"/>
          </a:p>
        </p:txBody>
      </p:sp>
      <p:sp>
        <p:nvSpPr>
          <p:cNvPr id="18" name="Espace réservé de la date 3"/>
          <p:cNvSpPr>
            <a:spLocks noGrp="1"/>
          </p:cNvSpPr>
          <p:nvPr>
            <p:ph type="dt" sz="half" idx="2"/>
          </p:nvPr>
        </p:nvSpPr>
        <p:spPr>
          <a:xfrm>
            <a:off x="7164408" y="6520259"/>
            <a:ext cx="1080000" cy="365125"/>
          </a:xfrm>
          <a:prstGeom prst="rect">
            <a:avLst/>
          </a:prstGeom>
        </p:spPr>
        <p:txBody>
          <a:bodyPr vert="horz" lIns="91440" tIns="45720" rIns="91440" bIns="45720" rtlCol="0" anchor="ctr"/>
          <a:lstStyle>
            <a:lvl1pPr algn="l">
              <a:defRPr sz="1400" b="1">
                <a:solidFill>
                  <a:schemeClr val="bg1"/>
                </a:solidFill>
                <a:effectLst>
                  <a:outerShdw blurRad="38100" dist="38100" dir="2700000" algn="tl">
                    <a:srgbClr val="000000">
                      <a:alpha val="43137"/>
                    </a:srgbClr>
                  </a:outerShdw>
                </a:effectLst>
              </a:defRPr>
            </a:lvl1pPr>
          </a:lstStyle>
          <a:p>
            <a:endParaRPr lang="fr-FR"/>
          </a:p>
        </p:txBody>
      </p:sp>
      <p:sp>
        <p:nvSpPr>
          <p:cNvPr id="19" name="Espace réservé du numéro de diapositive 5"/>
          <p:cNvSpPr>
            <a:spLocks noGrp="1"/>
          </p:cNvSpPr>
          <p:nvPr>
            <p:ph type="sldNum" sz="quarter" idx="4"/>
          </p:nvPr>
        </p:nvSpPr>
        <p:spPr>
          <a:xfrm>
            <a:off x="4283968" y="6520259"/>
            <a:ext cx="684024" cy="365125"/>
          </a:xfrm>
          <a:prstGeom prst="rect">
            <a:avLst/>
          </a:prstGeom>
        </p:spPr>
        <p:txBody>
          <a:bodyPr vert="horz" lIns="91440" tIns="45720" rIns="91440" bIns="45720" rtlCol="0" anchor="ctr"/>
          <a:lstStyle>
            <a:lvl1pPr algn="ctr">
              <a:defRPr sz="1400" b="1">
                <a:solidFill>
                  <a:schemeClr val="bg1"/>
                </a:solidFill>
                <a:effectLst>
                  <a:outerShdw blurRad="38100" dist="38100" dir="2700000" algn="tl">
                    <a:srgbClr val="000000">
                      <a:alpha val="43137"/>
                    </a:srgbClr>
                  </a:outerShdw>
                </a:effectLst>
              </a:defRPr>
            </a:lvl1pPr>
          </a:lstStyle>
          <a:p>
            <a:fld id="{ECB854CD-BC34-4077-AE74-0D61424FD3C1}"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u numéro de diapositive 22"/>
          <p:cNvSpPr>
            <a:spLocks noGrp="1"/>
          </p:cNvSpPr>
          <p:nvPr>
            <p:ph type="sldNum" sz="quarter" idx="4"/>
          </p:nvPr>
        </p:nvSpPr>
        <p:spPr>
          <a:xfrm>
            <a:off x="8072461" y="6572273"/>
            <a:ext cx="1071539" cy="285728"/>
          </a:xfrm>
          <a:prstGeom prst="rect">
            <a:avLst/>
          </a:prstGeom>
        </p:spPr>
        <p:txBody>
          <a:bodyPr vert="horz" lIns="91440" tIns="45720" rIns="91440" bIns="45720" rtlCol="0" anchor="ctr"/>
          <a:lstStyle>
            <a:lvl1pPr algn="r">
              <a:defRPr sz="1800">
                <a:solidFill>
                  <a:srgbClr val="C00000"/>
                </a:solidFill>
                <a:effectLst>
                  <a:outerShdw blurRad="38100" dist="38100" dir="2700000" algn="tl">
                    <a:srgbClr val="000000">
                      <a:alpha val="43137"/>
                    </a:srgbClr>
                  </a:outerShdw>
                </a:effectLst>
              </a:defRPr>
            </a:lvl1pPr>
          </a:lstStyle>
          <a:p>
            <a:fld id="{9F1AE3D4-F3E5-45FD-9057-3D9F6968CD24}" type="slidenum">
              <a:rPr lang="en-US" smtClean="0"/>
              <a:pPr/>
              <a:t>‹#›</a:t>
            </a:fld>
            <a:endParaRPr lang="en-US"/>
          </a:p>
        </p:txBody>
      </p:sp>
      <p:sp>
        <p:nvSpPr>
          <p:cNvPr id="15" name="Espace réservé du texte 14"/>
          <p:cNvSpPr>
            <a:spLocks noGrp="1"/>
          </p:cNvSpPr>
          <p:nvPr>
            <p:ph type="body" sz="quarter" idx="10" hasCustomPrompt="1"/>
          </p:nvPr>
        </p:nvSpPr>
        <p:spPr>
          <a:xfrm>
            <a:off x="571472" y="-3396"/>
            <a:ext cx="7715250" cy="432000"/>
          </a:xfrm>
        </p:spPr>
        <p:txBody>
          <a:bodyPr>
            <a:noAutofit/>
          </a:bodyPr>
          <a:lstStyle>
            <a:lvl1pPr marL="1588" indent="0">
              <a:spcBef>
                <a:spcPts val="0"/>
              </a:spcBef>
              <a:buNone/>
              <a:defRPr kumimoji="0" lang="en-US" sz="2800" b="1" kern="1200" dirty="0" smtClean="0">
                <a:solidFill>
                  <a:schemeClr val="accent2"/>
                </a:solidFill>
                <a:effectLst>
                  <a:outerShdw blurRad="38100" dist="38100" dir="2700000" algn="tl">
                    <a:srgbClr val="000000">
                      <a:alpha val="43137"/>
                    </a:srgbClr>
                  </a:outerShdw>
                </a:effectLst>
                <a:latin typeface="Calibri" pitchFamily="34" charset="0"/>
                <a:ea typeface="+mn-ea"/>
                <a:cs typeface="+mn-cs"/>
              </a:defRPr>
            </a:lvl1pPr>
          </a:lstStyle>
          <a:p>
            <a:pPr lvl="0"/>
            <a:r>
              <a:rPr lang="en-US"/>
              <a:t>Title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p:nvSpPr>
        <p:spPr>
          <a:xfrm>
            <a:off x="2987824" y="6525344"/>
            <a:ext cx="3096000" cy="324000"/>
          </a:xfrm>
          <a:prstGeom prst="rect">
            <a:avLst/>
          </a:prstGeom>
          <a:solidFill>
            <a:srgbClr val="AC0000"/>
          </a:solidFill>
          <a:ln>
            <a:solidFill>
              <a:srgbClr val="AC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fr-FR"/>
          </a:p>
        </p:txBody>
      </p:sp>
      <p:grpSp>
        <p:nvGrpSpPr>
          <p:cNvPr id="7" name="Groupe 6"/>
          <p:cNvGrpSpPr/>
          <p:nvPr/>
        </p:nvGrpSpPr>
        <p:grpSpPr>
          <a:xfrm>
            <a:off x="0" y="6525334"/>
            <a:ext cx="9180168" cy="332662"/>
            <a:chOff x="-32" y="6309320"/>
            <a:chExt cx="9180168" cy="548680"/>
          </a:xfrm>
        </p:grpSpPr>
        <p:sp>
          <p:nvSpPr>
            <p:cNvPr id="8" name="Rectangle 7"/>
            <p:cNvSpPr/>
            <p:nvPr userDrawn="1"/>
          </p:nvSpPr>
          <p:spPr>
            <a:xfrm>
              <a:off x="-32" y="6309320"/>
              <a:ext cx="3131872" cy="548680"/>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fr-FR"/>
            </a:p>
          </p:txBody>
        </p:sp>
        <p:sp>
          <p:nvSpPr>
            <p:cNvPr id="9" name="Rectangle 8"/>
            <p:cNvSpPr/>
            <p:nvPr userDrawn="1"/>
          </p:nvSpPr>
          <p:spPr>
            <a:xfrm>
              <a:off x="6084136" y="6309336"/>
              <a:ext cx="3096000" cy="534393"/>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fr-FR"/>
            </a:p>
          </p:txBody>
        </p:sp>
      </p:grpSp>
      <p:pic>
        <p:nvPicPr>
          <p:cNvPr id="11" name="Picture 3"/>
          <p:cNvPicPr>
            <a:picLocks noChangeAspect="1" noChangeArrowheads="1"/>
          </p:cNvPicPr>
          <p:nvPr/>
        </p:nvPicPr>
        <p:blipFill>
          <a:blip r:embed="rId5" cstate="print"/>
          <a:srcRect/>
          <a:stretch>
            <a:fillRect/>
          </a:stretch>
        </p:blipFill>
        <p:spPr bwMode="auto">
          <a:xfrm>
            <a:off x="-32" y="-27384"/>
            <a:ext cx="9144000" cy="438150"/>
          </a:xfrm>
          <a:prstGeom prst="rect">
            <a:avLst/>
          </a:prstGeom>
          <a:noFill/>
          <a:ln w="9525">
            <a:noFill/>
            <a:miter lim="800000"/>
            <a:headEnd/>
            <a:tailEnd/>
          </a:ln>
          <a:effectLst/>
        </p:spPr>
      </p:pic>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pPr marL="1588" lvl="0" indent="0" algn="l" rtl="0" eaLnBrk="1" latinLnBrk="0" hangingPunct="1">
              <a:spcBef>
                <a:spcPts val="0"/>
              </a:spcBef>
              <a:buClr>
                <a:schemeClr val="accent3"/>
              </a:buClr>
              <a:buFont typeface="Georgia"/>
              <a:buNone/>
            </a:pPr>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7164408" y="6520259"/>
            <a:ext cx="1080000" cy="365125"/>
          </a:xfrm>
          <a:prstGeom prst="rect">
            <a:avLst/>
          </a:prstGeom>
        </p:spPr>
        <p:txBody>
          <a:bodyPr vert="horz" lIns="91440" tIns="45720" rIns="91440" bIns="45720" rtlCol="0" anchor="ctr"/>
          <a:lstStyle>
            <a:lvl1pPr algn="l">
              <a:defRPr sz="1400" b="1">
                <a:solidFill>
                  <a:schemeClr val="bg1"/>
                </a:solidFill>
                <a:effectLst>
                  <a:outerShdw blurRad="38100" dist="38100" dir="2700000" algn="tl">
                    <a:srgbClr val="000000">
                      <a:alpha val="43137"/>
                    </a:srgbClr>
                  </a:outerShdw>
                </a:effectLst>
              </a:defRPr>
            </a:lvl1pPr>
          </a:lstStyle>
          <a:p>
            <a:endParaRPr lang="fr-FR"/>
          </a:p>
        </p:txBody>
      </p:sp>
      <p:sp>
        <p:nvSpPr>
          <p:cNvPr id="5" name="Espace réservé du pied de page 4"/>
          <p:cNvSpPr>
            <a:spLocks noGrp="1"/>
          </p:cNvSpPr>
          <p:nvPr>
            <p:ph type="ftr" sz="quarter" idx="3"/>
          </p:nvPr>
        </p:nvSpPr>
        <p:spPr>
          <a:xfrm>
            <a:off x="107504" y="6520259"/>
            <a:ext cx="2895600" cy="365125"/>
          </a:xfrm>
          <a:prstGeom prst="rect">
            <a:avLst/>
          </a:prstGeom>
        </p:spPr>
        <p:txBody>
          <a:bodyPr vert="horz" lIns="91440" tIns="45720" rIns="91440" bIns="45720" rtlCol="0" anchor="ctr"/>
          <a:lstStyle>
            <a:lvl1pPr algn="ctr">
              <a:defRPr sz="1400" b="1">
                <a:solidFill>
                  <a:schemeClr val="bg1"/>
                </a:solidFill>
                <a:effectLst>
                  <a:outerShdw blurRad="38100" dist="38100" dir="2700000" algn="tl">
                    <a:srgbClr val="000000">
                      <a:alpha val="43137"/>
                    </a:srgbClr>
                  </a:outerShdw>
                </a:effectLst>
              </a:defRPr>
            </a:lvl1pPr>
          </a:lstStyle>
          <a:p>
            <a:endParaRPr lang="fr-FR"/>
          </a:p>
        </p:txBody>
      </p:sp>
      <p:sp>
        <p:nvSpPr>
          <p:cNvPr id="6" name="Espace réservé du numéro de diapositive 5"/>
          <p:cNvSpPr>
            <a:spLocks noGrp="1"/>
          </p:cNvSpPr>
          <p:nvPr>
            <p:ph type="sldNum" sz="quarter" idx="4"/>
          </p:nvPr>
        </p:nvSpPr>
        <p:spPr>
          <a:xfrm>
            <a:off x="4283968" y="6520259"/>
            <a:ext cx="684024" cy="365125"/>
          </a:xfrm>
          <a:prstGeom prst="rect">
            <a:avLst/>
          </a:prstGeom>
        </p:spPr>
        <p:txBody>
          <a:bodyPr vert="horz" lIns="91440" tIns="45720" rIns="91440" bIns="45720" rtlCol="0" anchor="ctr"/>
          <a:lstStyle>
            <a:lvl1pPr algn="ctr">
              <a:defRPr sz="1400" b="1">
                <a:solidFill>
                  <a:schemeClr val="bg1"/>
                </a:solidFill>
                <a:effectLst>
                  <a:outerShdw blurRad="38100" dist="38100" dir="2700000" algn="tl">
                    <a:srgbClr val="000000">
                      <a:alpha val="43137"/>
                    </a:srgbClr>
                  </a:outerShdw>
                </a:effectLst>
              </a:defRPr>
            </a:lvl1pPr>
          </a:lstStyle>
          <a:p>
            <a:fld id="{ECB854CD-BC34-4077-AE74-0D61424FD3C1}"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Lst>
  <p:hf sldNum="0" hdr="0" ftr="0" dt="0"/>
  <p:txStyles>
    <p:titleStyle>
      <a:lvl1pPr algn="ctr" defTabSz="914400" rtl="0" eaLnBrk="1" latinLnBrk="0" hangingPunct="1">
        <a:spcBef>
          <a:spcPct val="0"/>
        </a:spcBef>
        <a:buNone/>
        <a:defRPr kumimoji="0" lang="fr-FR" sz="2800" b="1" kern="1200" dirty="0" smtClean="0">
          <a:solidFill>
            <a:schemeClr val="accent2"/>
          </a:solidFill>
          <a:effectLst>
            <a:outerShdw blurRad="38100" dist="38100" dir="2700000" algn="tl">
              <a:srgbClr val="000000">
                <a:alpha val="43137"/>
              </a:srgbClr>
            </a:outerShdw>
          </a:effectLst>
          <a:latin typeface="Calibri" pitchFamily="34" charset="0"/>
          <a:ea typeface="+mn-ea"/>
          <a:cs typeface="+mn-cs"/>
        </a:defRPr>
      </a:lvl1pPr>
    </p:titleStyle>
    <p:bodyStyle>
      <a:lvl1pPr marL="342900" indent="-342900" algn="l" defTabSz="914400" rtl="0" eaLnBrk="1" latinLnBrk="0" hangingPunct="1">
        <a:spcBef>
          <a:spcPts val="300"/>
        </a:spcBef>
        <a:buFont typeface="Arial" pitchFamily="34" charset="0"/>
        <a:buChar char="•"/>
        <a:defRPr kumimoji="0" lang="fr-FR" sz="2800" kern="1200" dirty="0" smtClean="0">
          <a:solidFill>
            <a:schemeClr val="tx1"/>
          </a:solidFill>
          <a:latin typeface="Calibri" pitchFamily="34" charset="0"/>
          <a:ea typeface="+mn-ea"/>
          <a:cs typeface="+mn-cs"/>
        </a:defRPr>
      </a:lvl1pPr>
      <a:lvl2pPr marL="742950" indent="-285750" algn="l" defTabSz="914400" rtl="0" eaLnBrk="1" latinLnBrk="0" hangingPunct="1">
        <a:spcBef>
          <a:spcPts val="300"/>
        </a:spcBef>
        <a:buFont typeface="Arial" pitchFamily="34" charset="0"/>
        <a:buChar char="–"/>
        <a:defRPr kumimoji="0" lang="fr-FR" sz="2800" kern="1200" dirty="0" smtClean="0">
          <a:solidFill>
            <a:schemeClr val="tx1"/>
          </a:solidFill>
          <a:latin typeface="Calibri" pitchFamily="34" charset="0"/>
          <a:ea typeface="+mn-ea"/>
          <a:cs typeface="+mn-cs"/>
        </a:defRPr>
      </a:lvl2pPr>
      <a:lvl3pPr marL="1143000" indent="-228600" algn="l" defTabSz="914400" rtl="0" eaLnBrk="1" latinLnBrk="0" hangingPunct="1">
        <a:spcBef>
          <a:spcPts val="300"/>
        </a:spcBef>
        <a:buFont typeface="Arial" pitchFamily="34" charset="0"/>
        <a:buChar char="•"/>
        <a:defRPr kumimoji="0" lang="fr-FR" sz="2800" kern="1200" dirty="0" smtClean="0">
          <a:solidFill>
            <a:schemeClr val="tx1"/>
          </a:solidFill>
          <a:latin typeface="Calibri" pitchFamily="34" charset="0"/>
          <a:ea typeface="+mn-ea"/>
          <a:cs typeface="+mn-cs"/>
        </a:defRPr>
      </a:lvl3pPr>
      <a:lvl4pPr marL="1600200" indent="-228600" algn="l" defTabSz="914400" rtl="0" eaLnBrk="1" latinLnBrk="0" hangingPunct="1">
        <a:spcBef>
          <a:spcPts val="300"/>
        </a:spcBef>
        <a:buFont typeface="Arial" pitchFamily="34" charset="0"/>
        <a:buChar char="–"/>
        <a:defRPr kumimoji="0" lang="fr-FR" sz="2800" kern="1200" dirty="0" smtClean="0">
          <a:solidFill>
            <a:schemeClr val="tx1"/>
          </a:solidFill>
          <a:latin typeface="Calibri" pitchFamily="34" charset="0"/>
          <a:ea typeface="+mn-ea"/>
          <a:cs typeface="+mn-cs"/>
        </a:defRPr>
      </a:lvl4pPr>
      <a:lvl5pPr marL="2057400" indent="-228600" algn="l" defTabSz="914400" rtl="0" eaLnBrk="1" latinLnBrk="0" hangingPunct="1">
        <a:spcBef>
          <a:spcPts val="300"/>
        </a:spcBef>
        <a:buFont typeface="Arial" pitchFamily="34" charset="0"/>
        <a:buChar char="»"/>
        <a:defRPr kumimoji="0" lang="fr-FR" sz="2800" kern="1200" dirty="0" smtClean="0">
          <a:solidFill>
            <a:schemeClr val="tx1"/>
          </a:solidFill>
          <a:latin typeface="Calibri"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4pmti.com/learn/pmbok-guide-7th-ed/"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ZoneTexte 15"/>
          <p:cNvSpPr txBox="1"/>
          <p:nvPr/>
        </p:nvSpPr>
        <p:spPr>
          <a:xfrm>
            <a:off x="-36512" y="3573016"/>
            <a:ext cx="9180000" cy="461665"/>
          </a:xfrm>
          <a:prstGeom prst="rect">
            <a:avLst/>
          </a:prstGeom>
          <a:solidFill>
            <a:schemeClr val="accent3"/>
          </a:solidFill>
        </p:spPr>
        <p:txBody>
          <a:bodyPr wrap="square" rtlCol="0">
            <a:spAutoFit/>
          </a:bodyPr>
          <a:lstStyle/>
          <a:p>
            <a:pPr algn="ctr"/>
            <a:r>
              <a:rPr lang="en-US" sz="2400" b="1">
                <a:solidFill>
                  <a:schemeClr val="bg1"/>
                </a:solidFill>
                <a:latin typeface="Grundfos TheSans" pitchFamily="34" charset="0"/>
              </a:rPr>
              <a:t>Collaborated with Tenstep Tunisia </a:t>
            </a:r>
            <a:endParaRPr lang="fr-FR" sz="2400">
              <a:solidFill>
                <a:schemeClr val="bg1"/>
              </a:solidFill>
              <a:latin typeface="Grundfos TheSans" pitchFamily="34" charset="0"/>
            </a:endParaRPr>
          </a:p>
        </p:txBody>
      </p:sp>
      <p:sp>
        <p:nvSpPr>
          <p:cNvPr id="14" name="ZoneTexte 13"/>
          <p:cNvSpPr txBox="1"/>
          <p:nvPr/>
        </p:nvSpPr>
        <p:spPr>
          <a:xfrm>
            <a:off x="0" y="2924944"/>
            <a:ext cx="9144000" cy="461665"/>
          </a:xfrm>
          <a:prstGeom prst="rect">
            <a:avLst/>
          </a:prstGeom>
          <a:solidFill>
            <a:schemeClr val="accent2">
              <a:lumMod val="75000"/>
            </a:schemeClr>
          </a:solidFill>
        </p:spPr>
        <p:txBody>
          <a:bodyPr wrap="square" lIns="91440" tIns="45720" rIns="91440" bIns="45720" rtlCol="0" anchor="t">
            <a:spAutoFit/>
          </a:bodyPr>
          <a:lstStyle/>
          <a:p>
            <a:pPr algn="ctr"/>
            <a:r>
              <a:rPr lang="en-US" sz="2400" b="1">
                <a:solidFill>
                  <a:schemeClr val="bg1"/>
                </a:solidFill>
                <a:latin typeface="Grundfos TheSans"/>
              </a:rPr>
              <a:t>Presented by</a:t>
            </a:r>
            <a:r>
              <a:rPr lang="fr-FR" sz="2400" b="1">
                <a:solidFill>
                  <a:schemeClr val="bg1"/>
                </a:solidFill>
                <a:latin typeface="Grundfos TheSans"/>
              </a:rPr>
              <a:t>: IA Project Team</a:t>
            </a:r>
            <a:r>
              <a:rPr lang="fr-FR" sz="2400">
                <a:solidFill>
                  <a:schemeClr val="bg1"/>
                </a:solidFill>
                <a:latin typeface="Grundfos TheSans"/>
              </a:rPr>
              <a:t>  </a:t>
            </a:r>
          </a:p>
        </p:txBody>
      </p:sp>
      <p:sp>
        <p:nvSpPr>
          <p:cNvPr id="12" name="Rectangle à coins arrondis 11"/>
          <p:cNvSpPr/>
          <p:nvPr/>
        </p:nvSpPr>
        <p:spPr>
          <a:xfrm>
            <a:off x="539552" y="1063947"/>
            <a:ext cx="8208912" cy="1512000"/>
          </a:xfrm>
          <a:prstGeom prst="roundRect">
            <a:avLst/>
          </a:prstGeom>
          <a:solidFill>
            <a:schemeClr val="bg1"/>
          </a:solidFill>
          <a:ln w="12700"/>
          <a:effectLst>
            <a:outerShdw blurRad="63500" sx="102000" sy="102000" algn="ctr" rotWithShape="0">
              <a:prstClr val="black">
                <a:alpha val="40000"/>
              </a:prstClr>
            </a:outerShdw>
            <a:softEdge rad="12700"/>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400" b="1">
                <a:solidFill>
                  <a:srgbClr val="AC0000"/>
                </a:solidFill>
                <a:latin typeface="Grundfos TheSans" pitchFamily="34" charset="0"/>
              </a:rPr>
              <a:t>A knowledge graph system </a:t>
            </a:r>
            <a:r>
              <a:rPr lang="en-GB" sz="2400" b="1">
                <a:solidFill>
                  <a:srgbClr val="AC0000"/>
                </a:solidFill>
                <a:latin typeface="Grundfos TheSans" pitchFamily="34" charset="0"/>
              </a:rPr>
              <a:t>for Project Management: a knowledge </a:t>
            </a:r>
            <a:r>
              <a:rPr lang="en-US" sz="2400" b="1">
                <a:solidFill>
                  <a:srgbClr val="AC0000"/>
                </a:solidFill>
                <a:latin typeface="Grundfos TheSans" pitchFamily="34" charset="0"/>
              </a:rPr>
              <a:t>Learning approach</a:t>
            </a:r>
          </a:p>
        </p:txBody>
      </p:sp>
      <p:sp>
        <p:nvSpPr>
          <p:cNvPr id="132098" name="AutoShape 2" descr="RÃ©sultat de recherche d'images pour &quot;universitÃ© de tunis 2019&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2100" name="AutoShape 4" descr="RÃ©sultat de recherche d'images pour &quot;universitÃ© de tunis 2019&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415055"/>
            <a:ext cx="9180512" cy="684000"/>
          </a:xfrm>
          <a:effectLst>
            <a:outerShdw blurRad="50800" dist="38100" dir="5400000" algn="t" rotWithShape="0">
              <a:prstClr val="black">
                <a:alpha val="40000"/>
              </a:prstClr>
            </a:outerShdw>
          </a:effectLst>
        </p:spPr>
        <p:txBody>
          <a:bodyPr>
            <a:normAutofit/>
          </a:bodyPr>
          <a:lstStyle/>
          <a:p>
            <a:pPr algn="l"/>
            <a:r>
              <a:rPr lang="fr-FR" sz="2400">
                <a:solidFill>
                  <a:srgbClr val="AC0000"/>
                </a:solidFill>
                <a:effectLst/>
                <a:latin typeface="Garamond" pitchFamily="18" charset="0"/>
                <a:cs typeface="Times New Roman" pitchFamily="18" charset="0"/>
              </a:rPr>
              <a:t> </a:t>
            </a:r>
            <a:r>
              <a:rPr lang="en-US" sz="2400">
                <a:solidFill>
                  <a:srgbClr val="AC0000"/>
                </a:solidFill>
                <a:effectLst/>
                <a:latin typeface="Garamond" pitchFamily="18" charset="0"/>
                <a:cs typeface="Times New Roman" pitchFamily="18" charset="0"/>
              </a:rPr>
              <a:t>Outline</a:t>
            </a:r>
          </a:p>
        </p:txBody>
      </p:sp>
      <p:sp>
        <p:nvSpPr>
          <p:cNvPr id="24" name="Rectangle 23"/>
          <p:cNvSpPr/>
          <p:nvPr/>
        </p:nvSpPr>
        <p:spPr>
          <a:xfrm>
            <a:off x="1835696" y="3753216"/>
            <a:ext cx="7308000" cy="16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300"/>
              </a:spcAft>
            </a:pPr>
            <a:endParaRPr lang="en-US" b="1">
              <a:solidFill>
                <a:schemeClr val="tx1"/>
              </a:solidFill>
              <a:latin typeface="Garamond" pitchFamily="18" charset="0"/>
              <a:cs typeface="Times New Roman" pitchFamily="18" charset="0"/>
            </a:endParaRPr>
          </a:p>
        </p:txBody>
      </p:sp>
      <p:sp>
        <p:nvSpPr>
          <p:cNvPr id="44" name="Rectangle 43">
            <a:extLst>
              <a:ext uri="{FF2B5EF4-FFF2-40B4-BE49-F238E27FC236}">
                <a16:creationId xmlns:a16="http://schemas.microsoft.com/office/drawing/2014/main" id="{23FB6289-5729-4D18-A6AE-BEAB93BBDE55}"/>
              </a:ext>
            </a:extLst>
          </p:cNvPr>
          <p:cNvSpPr/>
          <p:nvPr/>
        </p:nvSpPr>
        <p:spPr>
          <a:xfrm>
            <a:off x="755576" y="1117582"/>
            <a:ext cx="7308000" cy="2143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b="1">
              <a:solidFill>
                <a:schemeClr val="tx1"/>
              </a:solidFill>
              <a:latin typeface="Garamond" pitchFamily="18" charset="0"/>
              <a:cs typeface="Times New Roman" pitchFamily="18" charset="0"/>
            </a:endParaRPr>
          </a:p>
          <a:p>
            <a:pPr algn="l"/>
            <a:endParaRPr lang="en-US" b="1">
              <a:solidFill>
                <a:schemeClr val="tx1"/>
              </a:solidFill>
              <a:latin typeface="Garamond" pitchFamily="18" charset="0"/>
              <a:cs typeface="Times New Roman" pitchFamily="18" charset="0"/>
            </a:endParaRPr>
          </a:p>
          <a:p>
            <a:pPr algn="l"/>
            <a:endParaRPr lang="en-US" b="1">
              <a:solidFill>
                <a:schemeClr val="tx1"/>
              </a:solidFill>
              <a:latin typeface="Garamond" pitchFamily="18" charset="0"/>
              <a:cs typeface="Times New Roman" pitchFamily="18" charset="0"/>
            </a:endParaRPr>
          </a:p>
          <a:p>
            <a:pPr algn="l"/>
            <a:endParaRPr lang="en-US" b="1">
              <a:solidFill>
                <a:schemeClr val="tx1"/>
              </a:solidFill>
              <a:latin typeface="Garamond" pitchFamily="18" charset="0"/>
              <a:cs typeface="Times New Roman" pitchFamily="18" charset="0"/>
            </a:endParaRPr>
          </a:p>
          <a:p>
            <a:endParaRPr lang="en-US" b="1">
              <a:solidFill>
                <a:schemeClr val="tx1"/>
              </a:solidFill>
              <a:latin typeface="Garamond" pitchFamily="18" charset="0"/>
              <a:cs typeface="Times New Roman" pitchFamily="18" charset="0"/>
            </a:endParaRPr>
          </a:p>
          <a:p>
            <a:endParaRPr lang="en-US" b="1">
              <a:solidFill>
                <a:schemeClr val="tx1"/>
              </a:solidFill>
              <a:latin typeface="Garamond" pitchFamily="18" charset="0"/>
              <a:cs typeface="Times New Roman" pitchFamily="18" charset="0"/>
            </a:endParaRPr>
          </a:p>
          <a:p>
            <a:endParaRPr lang="en-US" b="1">
              <a:solidFill>
                <a:schemeClr val="tx1"/>
              </a:solidFill>
              <a:latin typeface="Garamond" pitchFamily="18" charset="0"/>
              <a:cs typeface="Times New Roman" pitchFamily="18" charset="0"/>
            </a:endParaRPr>
          </a:p>
        </p:txBody>
      </p:sp>
      <p:sp>
        <p:nvSpPr>
          <p:cNvPr id="58" name="Ellipse 8">
            <a:extLst>
              <a:ext uri="{FF2B5EF4-FFF2-40B4-BE49-F238E27FC236}">
                <a16:creationId xmlns:a16="http://schemas.microsoft.com/office/drawing/2014/main" id="{8BE3DE33-0639-40FD-A21A-CF92A90888F7}"/>
              </a:ext>
            </a:extLst>
          </p:cNvPr>
          <p:cNvSpPr/>
          <p:nvPr/>
        </p:nvSpPr>
        <p:spPr bwMode="auto">
          <a:xfrm>
            <a:off x="262988" y="2857348"/>
            <a:ext cx="417513" cy="358775"/>
          </a:xfrm>
          <a:prstGeom prst="ellipse">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anchor="ctr"/>
          <a:lstStyle>
            <a:defPPr>
              <a:defRPr lang="ar-SA"/>
            </a:defPPr>
            <a:lvl1pPr algn="l" rtl="0" fontAlgn="base">
              <a:spcBef>
                <a:spcPct val="0"/>
              </a:spcBef>
              <a:spcAft>
                <a:spcPct val="0"/>
              </a:spcAft>
              <a:defRPr sz="2400" kern="1200">
                <a:solidFill>
                  <a:schemeClr val="dk1"/>
                </a:solidFill>
                <a:latin typeface="+mn-lt"/>
                <a:ea typeface="+mn-ea"/>
                <a:cs typeface="+mn-cs"/>
              </a:defRPr>
            </a:lvl1pPr>
            <a:lvl2pPr marL="457200" algn="l" rtl="0" fontAlgn="base">
              <a:spcBef>
                <a:spcPct val="0"/>
              </a:spcBef>
              <a:spcAft>
                <a:spcPct val="0"/>
              </a:spcAft>
              <a:defRPr sz="2400" kern="1200">
                <a:solidFill>
                  <a:schemeClr val="dk1"/>
                </a:solidFill>
                <a:latin typeface="+mn-lt"/>
                <a:ea typeface="+mn-ea"/>
                <a:cs typeface="+mn-cs"/>
              </a:defRPr>
            </a:lvl2pPr>
            <a:lvl3pPr marL="914400" algn="l" rtl="0" fontAlgn="base">
              <a:spcBef>
                <a:spcPct val="0"/>
              </a:spcBef>
              <a:spcAft>
                <a:spcPct val="0"/>
              </a:spcAft>
              <a:defRPr sz="2400" kern="1200">
                <a:solidFill>
                  <a:schemeClr val="dk1"/>
                </a:solidFill>
                <a:latin typeface="+mn-lt"/>
                <a:ea typeface="+mn-ea"/>
                <a:cs typeface="+mn-cs"/>
              </a:defRPr>
            </a:lvl3pPr>
            <a:lvl4pPr marL="1371600" algn="l" rtl="0" fontAlgn="base">
              <a:spcBef>
                <a:spcPct val="0"/>
              </a:spcBef>
              <a:spcAft>
                <a:spcPct val="0"/>
              </a:spcAft>
              <a:defRPr sz="2400" kern="1200">
                <a:solidFill>
                  <a:schemeClr val="dk1"/>
                </a:solidFill>
                <a:latin typeface="+mn-lt"/>
                <a:ea typeface="+mn-ea"/>
                <a:cs typeface="+mn-cs"/>
              </a:defRPr>
            </a:lvl4pPr>
            <a:lvl5pPr marL="1828800" algn="l" rtl="0" fontAlgn="base">
              <a:spcBef>
                <a:spcPct val="0"/>
              </a:spcBef>
              <a:spcAft>
                <a:spcPct val="0"/>
              </a:spcAft>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algn="ctr">
              <a:defRPr/>
            </a:pPr>
            <a:r>
              <a:rPr lang="fr-FR" b="1">
                <a:solidFill>
                  <a:schemeClr val="bg1"/>
                </a:solidFill>
              </a:rPr>
              <a:t>3</a:t>
            </a:r>
          </a:p>
        </p:txBody>
      </p:sp>
      <p:sp>
        <p:nvSpPr>
          <p:cNvPr id="59" name="Ellipse 8">
            <a:extLst>
              <a:ext uri="{FF2B5EF4-FFF2-40B4-BE49-F238E27FC236}">
                <a16:creationId xmlns:a16="http://schemas.microsoft.com/office/drawing/2014/main" id="{947B292A-55AE-4B0D-BE79-C48532A745CE}"/>
              </a:ext>
            </a:extLst>
          </p:cNvPr>
          <p:cNvSpPr/>
          <p:nvPr/>
        </p:nvSpPr>
        <p:spPr bwMode="auto">
          <a:xfrm>
            <a:off x="262988" y="1249911"/>
            <a:ext cx="420580" cy="386451"/>
          </a:xfrm>
          <a:prstGeom prst="ellipse">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anchor="ctr"/>
          <a:lstStyle>
            <a:defPPr>
              <a:defRPr lang="ar-SA"/>
            </a:defPPr>
            <a:lvl1pPr algn="l" rtl="0" fontAlgn="base">
              <a:spcBef>
                <a:spcPct val="0"/>
              </a:spcBef>
              <a:spcAft>
                <a:spcPct val="0"/>
              </a:spcAft>
              <a:defRPr sz="2400" kern="1200">
                <a:solidFill>
                  <a:schemeClr val="dk1"/>
                </a:solidFill>
                <a:latin typeface="+mn-lt"/>
                <a:ea typeface="+mn-ea"/>
                <a:cs typeface="+mn-cs"/>
              </a:defRPr>
            </a:lvl1pPr>
            <a:lvl2pPr marL="457200" algn="l" rtl="0" fontAlgn="base">
              <a:spcBef>
                <a:spcPct val="0"/>
              </a:spcBef>
              <a:spcAft>
                <a:spcPct val="0"/>
              </a:spcAft>
              <a:defRPr sz="2400" kern="1200">
                <a:solidFill>
                  <a:schemeClr val="dk1"/>
                </a:solidFill>
                <a:latin typeface="+mn-lt"/>
                <a:ea typeface="+mn-ea"/>
                <a:cs typeface="+mn-cs"/>
              </a:defRPr>
            </a:lvl2pPr>
            <a:lvl3pPr marL="914400" algn="l" rtl="0" fontAlgn="base">
              <a:spcBef>
                <a:spcPct val="0"/>
              </a:spcBef>
              <a:spcAft>
                <a:spcPct val="0"/>
              </a:spcAft>
              <a:defRPr sz="2400" kern="1200">
                <a:solidFill>
                  <a:schemeClr val="dk1"/>
                </a:solidFill>
                <a:latin typeface="+mn-lt"/>
                <a:ea typeface="+mn-ea"/>
                <a:cs typeface="+mn-cs"/>
              </a:defRPr>
            </a:lvl3pPr>
            <a:lvl4pPr marL="1371600" algn="l" rtl="0" fontAlgn="base">
              <a:spcBef>
                <a:spcPct val="0"/>
              </a:spcBef>
              <a:spcAft>
                <a:spcPct val="0"/>
              </a:spcAft>
              <a:defRPr sz="2400" kern="1200">
                <a:solidFill>
                  <a:schemeClr val="dk1"/>
                </a:solidFill>
                <a:latin typeface="+mn-lt"/>
                <a:ea typeface="+mn-ea"/>
                <a:cs typeface="+mn-cs"/>
              </a:defRPr>
            </a:lvl4pPr>
            <a:lvl5pPr marL="1828800" algn="l" rtl="0" fontAlgn="base">
              <a:spcBef>
                <a:spcPct val="0"/>
              </a:spcBef>
              <a:spcAft>
                <a:spcPct val="0"/>
              </a:spcAft>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algn="ctr">
              <a:defRPr/>
            </a:pPr>
            <a:r>
              <a:rPr lang="fr-FR" b="1">
                <a:solidFill>
                  <a:schemeClr val="bg1"/>
                </a:solidFill>
              </a:rPr>
              <a:t>1</a:t>
            </a:r>
          </a:p>
        </p:txBody>
      </p:sp>
      <p:sp>
        <p:nvSpPr>
          <p:cNvPr id="63" name="Ellipse 8">
            <a:extLst>
              <a:ext uri="{FF2B5EF4-FFF2-40B4-BE49-F238E27FC236}">
                <a16:creationId xmlns:a16="http://schemas.microsoft.com/office/drawing/2014/main" id="{DFC1B017-B3AD-4C46-93F5-265A92A39244}"/>
              </a:ext>
            </a:extLst>
          </p:cNvPr>
          <p:cNvSpPr/>
          <p:nvPr/>
        </p:nvSpPr>
        <p:spPr bwMode="auto">
          <a:xfrm>
            <a:off x="266055" y="2072555"/>
            <a:ext cx="417513" cy="358775"/>
          </a:xfrm>
          <a:prstGeom prst="ellipse">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anchor="ctr"/>
          <a:lstStyle>
            <a:defPPr>
              <a:defRPr lang="ar-SA"/>
            </a:defPPr>
            <a:lvl1pPr algn="l" rtl="0" fontAlgn="base">
              <a:spcBef>
                <a:spcPct val="0"/>
              </a:spcBef>
              <a:spcAft>
                <a:spcPct val="0"/>
              </a:spcAft>
              <a:defRPr sz="2400" kern="1200">
                <a:solidFill>
                  <a:schemeClr val="dk1"/>
                </a:solidFill>
                <a:latin typeface="+mn-lt"/>
                <a:ea typeface="+mn-ea"/>
                <a:cs typeface="+mn-cs"/>
              </a:defRPr>
            </a:lvl1pPr>
            <a:lvl2pPr marL="457200" algn="l" rtl="0" fontAlgn="base">
              <a:spcBef>
                <a:spcPct val="0"/>
              </a:spcBef>
              <a:spcAft>
                <a:spcPct val="0"/>
              </a:spcAft>
              <a:defRPr sz="2400" kern="1200">
                <a:solidFill>
                  <a:schemeClr val="dk1"/>
                </a:solidFill>
                <a:latin typeface="+mn-lt"/>
                <a:ea typeface="+mn-ea"/>
                <a:cs typeface="+mn-cs"/>
              </a:defRPr>
            </a:lvl2pPr>
            <a:lvl3pPr marL="914400" algn="l" rtl="0" fontAlgn="base">
              <a:spcBef>
                <a:spcPct val="0"/>
              </a:spcBef>
              <a:spcAft>
                <a:spcPct val="0"/>
              </a:spcAft>
              <a:defRPr sz="2400" kern="1200">
                <a:solidFill>
                  <a:schemeClr val="dk1"/>
                </a:solidFill>
                <a:latin typeface="+mn-lt"/>
                <a:ea typeface="+mn-ea"/>
                <a:cs typeface="+mn-cs"/>
              </a:defRPr>
            </a:lvl3pPr>
            <a:lvl4pPr marL="1371600" algn="l" rtl="0" fontAlgn="base">
              <a:spcBef>
                <a:spcPct val="0"/>
              </a:spcBef>
              <a:spcAft>
                <a:spcPct val="0"/>
              </a:spcAft>
              <a:defRPr sz="2400" kern="1200">
                <a:solidFill>
                  <a:schemeClr val="dk1"/>
                </a:solidFill>
                <a:latin typeface="+mn-lt"/>
                <a:ea typeface="+mn-ea"/>
                <a:cs typeface="+mn-cs"/>
              </a:defRPr>
            </a:lvl4pPr>
            <a:lvl5pPr marL="1828800" algn="l" rtl="0" fontAlgn="base">
              <a:spcBef>
                <a:spcPct val="0"/>
              </a:spcBef>
              <a:spcAft>
                <a:spcPct val="0"/>
              </a:spcAft>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algn="ctr">
              <a:defRPr/>
            </a:pPr>
            <a:r>
              <a:rPr lang="fr-FR" b="1">
                <a:solidFill>
                  <a:schemeClr val="bg1"/>
                </a:solidFill>
              </a:rPr>
              <a:t>2</a:t>
            </a:r>
          </a:p>
        </p:txBody>
      </p:sp>
      <p:sp>
        <p:nvSpPr>
          <p:cNvPr id="3" name="TextBox 2">
            <a:extLst>
              <a:ext uri="{FF2B5EF4-FFF2-40B4-BE49-F238E27FC236}">
                <a16:creationId xmlns:a16="http://schemas.microsoft.com/office/drawing/2014/main" id="{837AF8AB-C1E8-ACB0-A89B-8FF7B8DC6582}"/>
              </a:ext>
            </a:extLst>
          </p:cNvPr>
          <p:cNvSpPr txBox="1"/>
          <p:nvPr/>
        </p:nvSpPr>
        <p:spPr>
          <a:xfrm>
            <a:off x="899592" y="1249911"/>
            <a:ext cx="7632848" cy="369332"/>
          </a:xfrm>
          <a:prstGeom prst="rect">
            <a:avLst/>
          </a:prstGeom>
          <a:noFill/>
        </p:spPr>
        <p:txBody>
          <a:bodyPr wrap="square" rtlCol="0">
            <a:spAutoFit/>
          </a:bodyPr>
          <a:lstStyle/>
          <a:p>
            <a:r>
              <a:rPr lang="en-US" sz="1800">
                <a:solidFill>
                  <a:srgbClr val="AC0000"/>
                </a:solidFill>
                <a:effectLst/>
                <a:latin typeface="Garamond" pitchFamily="18" charset="0"/>
                <a:cs typeface="Times New Roman" pitchFamily="18" charset="0"/>
              </a:rPr>
              <a:t>Context</a:t>
            </a:r>
            <a:r>
              <a:rPr lang="fr-FR" sz="1800">
                <a:solidFill>
                  <a:srgbClr val="AC0000"/>
                </a:solidFill>
                <a:effectLst/>
                <a:latin typeface="Garamond" pitchFamily="18" charset="0"/>
                <a:cs typeface="Times New Roman" pitchFamily="18" charset="0"/>
              </a:rPr>
              <a:t> and </a:t>
            </a:r>
            <a:r>
              <a:rPr lang="fr-FR" sz="1800">
                <a:solidFill>
                  <a:srgbClr val="C00000"/>
                </a:solidFill>
                <a:effectLst/>
                <a:latin typeface="Garamond" pitchFamily="18" charset="0"/>
                <a:cs typeface="Times New Roman" pitchFamily="18" charset="0"/>
              </a:rPr>
              <a:t>motivations</a:t>
            </a:r>
            <a:endParaRPr lang="en-US">
              <a:solidFill>
                <a:srgbClr val="C00000"/>
              </a:solidFill>
            </a:endParaRPr>
          </a:p>
        </p:txBody>
      </p:sp>
      <p:sp>
        <p:nvSpPr>
          <p:cNvPr id="4" name="TextBox 3">
            <a:extLst>
              <a:ext uri="{FF2B5EF4-FFF2-40B4-BE49-F238E27FC236}">
                <a16:creationId xmlns:a16="http://schemas.microsoft.com/office/drawing/2014/main" id="{DA5BF504-F659-547F-72B0-6B7A7EE4422C}"/>
              </a:ext>
            </a:extLst>
          </p:cNvPr>
          <p:cNvSpPr txBox="1"/>
          <p:nvPr/>
        </p:nvSpPr>
        <p:spPr>
          <a:xfrm>
            <a:off x="889007" y="2072555"/>
            <a:ext cx="6768752" cy="369332"/>
          </a:xfrm>
          <a:prstGeom prst="rect">
            <a:avLst/>
          </a:prstGeom>
          <a:noFill/>
        </p:spPr>
        <p:txBody>
          <a:bodyPr wrap="square" lIns="91440" tIns="45720" rIns="91440" bIns="45720" rtlCol="0" anchor="t">
            <a:spAutoFit/>
          </a:bodyPr>
          <a:lstStyle/>
          <a:p>
            <a:r>
              <a:rPr lang="en-US">
                <a:solidFill>
                  <a:srgbClr val="C00000"/>
                </a:solidFill>
                <a:latin typeface="Garamond"/>
              </a:rPr>
              <a:t>Objectives and approach</a:t>
            </a:r>
          </a:p>
        </p:txBody>
      </p:sp>
      <p:sp>
        <p:nvSpPr>
          <p:cNvPr id="5" name="TextBox 4">
            <a:extLst>
              <a:ext uri="{FF2B5EF4-FFF2-40B4-BE49-F238E27FC236}">
                <a16:creationId xmlns:a16="http://schemas.microsoft.com/office/drawing/2014/main" id="{4C75609B-20F9-054C-F112-5302DDB3675E}"/>
              </a:ext>
            </a:extLst>
          </p:cNvPr>
          <p:cNvSpPr txBox="1"/>
          <p:nvPr/>
        </p:nvSpPr>
        <p:spPr>
          <a:xfrm>
            <a:off x="951321" y="2837743"/>
            <a:ext cx="5256584" cy="369332"/>
          </a:xfrm>
          <a:prstGeom prst="rect">
            <a:avLst/>
          </a:prstGeom>
          <a:noFill/>
        </p:spPr>
        <p:txBody>
          <a:bodyPr wrap="square" rtlCol="0">
            <a:spAutoFit/>
          </a:bodyPr>
          <a:lstStyle/>
          <a:p>
            <a:r>
              <a:rPr lang="en-US">
                <a:solidFill>
                  <a:srgbClr val="C00000"/>
                </a:solidFill>
                <a:latin typeface="Garamond" panose="02020404030301010803" pitchFamily="18" charset="0"/>
              </a:rPr>
              <a:t>Illustration Example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E217-EF0A-FA83-A283-CE76308B9D48}"/>
              </a:ext>
            </a:extLst>
          </p:cNvPr>
          <p:cNvSpPr>
            <a:spLocks noGrp="1"/>
          </p:cNvSpPr>
          <p:nvPr>
            <p:ph type="title" idx="4294967295"/>
          </p:nvPr>
        </p:nvSpPr>
        <p:spPr>
          <a:xfrm>
            <a:off x="0" y="260350"/>
            <a:ext cx="8229600" cy="993775"/>
          </a:xfrm>
        </p:spPr>
        <p:txBody>
          <a:bodyPr>
            <a:normAutofit/>
          </a:bodyPr>
          <a:lstStyle/>
          <a:p>
            <a:pPr algn="l"/>
            <a:r>
              <a:rPr lang="en-US" sz="2400">
                <a:solidFill>
                  <a:srgbClr val="AC0000"/>
                </a:solidFill>
                <a:effectLst/>
                <a:latin typeface="Garamond" pitchFamily="18" charset="0"/>
                <a:cs typeface="Times New Roman" pitchFamily="18" charset="0"/>
              </a:rPr>
              <a:t>Context</a:t>
            </a:r>
            <a:r>
              <a:rPr lang="fr-FR" sz="2400">
                <a:solidFill>
                  <a:srgbClr val="AC0000"/>
                </a:solidFill>
                <a:effectLst/>
                <a:latin typeface="Garamond" pitchFamily="18" charset="0"/>
                <a:cs typeface="Times New Roman" pitchFamily="18" charset="0"/>
              </a:rPr>
              <a:t> and motivations (1/3)</a:t>
            </a:r>
            <a:endParaRPr lang="en-US" sz="2400"/>
          </a:p>
        </p:txBody>
      </p:sp>
      <p:pic>
        <p:nvPicPr>
          <p:cNvPr id="2050" name="Picture 2" descr="Project Management Online Certificate | Continuing Education - UW-Fond du  Lac">
            <a:extLst>
              <a:ext uri="{FF2B5EF4-FFF2-40B4-BE49-F238E27FC236}">
                <a16:creationId xmlns:a16="http://schemas.microsoft.com/office/drawing/2014/main" id="{B0279737-F842-7409-2D15-0594261A1E7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33500" y="1628800"/>
            <a:ext cx="6477000" cy="3238500"/>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e la date 3">
            <a:extLst>
              <a:ext uri="{FF2B5EF4-FFF2-40B4-BE49-F238E27FC236}">
                <a16:creationId xmlns:a16="http://schemas.microsoft.com/office/drawing/2014/main" id="{AAA47829-BA4C-4B11-FC3A-89A7706FBD75}"/>
              </a:ext>
            </a:extLst>
          </p:cNvPr>
          <p:cNvSpPr txBox="1">
            <a:spLocks/>
          </p:cNvSpPr>
          <p:nvPr/>
        </p:nvSpPr>
        <p:spPr>
          <a:xfrm>
            <a:off x="0" y="6501112"/>
            <a:ext cx="1584176"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solidFill>
                  <a:schemeClr val="bg1"/>
                </a:solidFill>
              </a:rPr>
              <a:t>2024-2025</a:t>
            </a:r>
          </a:p>
        </p:txBody>
      </p:sp>
    </p:spTree>
    <p:extLst>
      <p:ext uri="{BB962C8B-B14F-4D97-AF65-F5344CB8AC3E}">
        <p14:creationId xmlns:p14="http://schemas.microsoft.com/office/powerpoint/2010/main" val="1817669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p:cNvSpPr>
            <a:spLocks noGrp="1"/>
          </p:cNvSpPr>
          <p:nvPr>
            <p:ph type="title"/>
          </p:nvPr>
        </p:nvSpPr>
        <p:spPr>
          <a:xfrm>
            <a:off x="107504" y="368720"/>
            <a:ext cx="8229600" cy="540000"/>
          </a:xfrm>
          <a:effectLst>
            <a:outerShdw blurRad="50800" dist="38100" dir="5400000" algn="t" rotWithShape="0">
              <a:prstClr val="black">
                <a:alpha val="40000"/>
              </a:prstClr>
            </a:outerShdw>
          </a:effectLst>
        </p:spPr>
        <p:txBody>
          <a:bodyPr>
            <a:noAutofit/>
          </a:bodyPr>
          <a:lstStyle/>
          <a:p>
            <a:pPr algn="l"/>
            <a:r>
              <a:rPr lang="en-US" sz="2400">
                <a:solidFill>
                  <a:srgbClr val="AC0000"/>
                </a:solidFill>
                <a:effectLst/>
                <a:latin typeface="Garamond" pitchFamily="18" charset="0"/>
                <a:cs typeface="Times New Roman" pitchFamily="18" charset="0"/>
              </a:rPr>
              <a:t>Context</a:t>
            </a:r>
            <a:r>
              <a:rPr lang="fr-FR" sz="2400">
                <a:solidFill>
                  <a:srgbClr val="AC0000"/>
                </a:solidFill>
                <a:effectLst/>
                <a:latin typeface="Garamond" pitchFamily="18" charset="0"/>
                <a:cs typeface="Times New Roman" pitchFamily="18" charset="0"/>
              </a:rPr>
              <a:t> and motivations (2/3)</a:t>
            </a:r>
          </a:p>
        </p:txBody>
      </p:sp>
      <p:sp>
        <p:nvSpPr>
          <p:cNvPr id="76" name="ZoneTexte 75">
            <a:extLst>
              <a:ext uri="{FF2B5EF4-FFF2-40B4-BE49-F238E27FC236}">
                <a16:creationId xmlns:a16="http://schemas.microsoft.com/office/drawing/2014/main" id="{D256105E-BD97-42BB-8378-EEDC0C2E4392}"/>
              </a:ext>
            </a:extLst>
          </p:cNvPr>
          <p:cNvSpPr txBox="1"/>
          <p:nvPr/>
        </p:nvSpPr>
        <p:spPr>
          <a:xfrm>
            <a:off x="4413696" y="-612"/>
            <a:ext cx="4622800" cy="369332"/>
          </a:xfrm>
          <a:prstGeom prst="rect">
            <a:avLst/>
          </a:prstGeom>
          <a:noFill/>
        </p:spPr>
        <p:txBody>
          <a:bodyPr wrap="square">
            <a:spAutoFit/>
          </a:bodyPr>
          <a:lstStyle/>
          <a:p>
            <a:pPr lvl="0" algn="r"/>
            <a:r>
              <a:rPr lang="en-US" b="1">
                <a:solidFill>
                  <a:schemeClr val="bg1"/>
                </a:solidFill>
                <a:effectLst>
                  <a:outerShdw blurRad="38100" dist="38100" dir="2700000" algn="tl">
                    <a:srgbClr val="000000">
                      <a:alpha val="43137"/>
                    </a:srgbClr>
                  </a:outerShdw>
                </a:effectLst>
                <a:latin typeface="Calibri" pitchFamily="34" charset="0"/>
              </a:rPr>
              <a:t>Introduction</a:t>
            </a:r>
          </a:p>
        </p:txBody>
      </p:sp>
      <p:grpSp>
        <p:nvGrpSpPr>
          <p:cNvPr id="89" name="Groupe 88">
            <a:extLst>
              <a:ext uri="{FF2B5EF4-FFF2-40B4-BE49-F238E27FC236}">
                <a16:creationId xmlns:a16="http://schemas.microsoft.com/office/drawing/2014/main" id="{D1C7C105-1310-44D5-B25C-FFC8BC5E086D}"/>
              </a:ext>
            </a:extLst>
          </p:cNvPr>
          <p:cNvGrpSpPr/>
          <p:nvPr/>
        </p:nvGrpSpPr>
        <p:grpSpPr>
          <a:xfrm>
            <a:off x="476946" y="2708920"/>
            <a:ext cx="8221051" cy="2697224"/>
            <a:chOff x="200414" y="552158"/>
            <a:chExt cx="8345007" cy="880161"/>
          </a:xfrm>
          <a:effectLst>
            <a:outerShdw blurRad="50800" dist="38100" dir="8100000" algn="tr" rotWithShape="0">
              <a:prstClr val="black">
                <a:alpha val="40000"/>
              </a:prstClr>
            </a:outerShdw>
          </a:effectLst>
        </p:grpSpPr>
        <p:sp>
          <p:nvSpPr>
            <p:cNvPr id="90" name="Rectangle 89">
              <a:extLst>
                <a:ext uri="{FF2B5EF4-FFF2-40B4-BE49-F238E27FC236}">
                  <a16:creationId xmlns:a16="http://schemas.microsoft.com/office/drawing/2014/main" id="{1050D162-8138-4C82-922A-203B4D336E21}"/>
                </a:ext>
              </a:extLst>
            </p:cNvPr>
            <p:cNvSpPr/>
            <p:nvPr/>
          </p:nvSpPr>
          <p:spPr>
            <a:xfrm>
              <a:off x="200414" y="669647"/>
              <a:ext cx="8345007" cy="762672"/>
            </a:xfrm>
            <a:prstGeom prst="rect">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t" anchorCtr="0" forceAA="0" compatLnSpc="1">
              <a:prstTxWarp prst="textNoShape">
                <a:avLst/>
              </a:prstTxWarp>
              <a:noAutofit/>
            </a:bodyPr>
            <a:lstStyle/>
            <a:p>
              <a:pPr marL="285750" indent="-285750">
                <a:lnSpc>
                  <a:spcPct val="150000"/>
                </a:lnSpc>
                <a:buClr>
                  <a:schemeClr val="accent3">
                    <a:lumMod val="75000"/>
                  </a:schemeClr>
                </a:buClr>
                <a:buFont typeface="Arial" panose="020B0604020202020204" pitchFamily="34" charset="0"/>
                <a:buChar char="•"/>
              </a:pPr>
              <a:r>
                <a:rPr lang="en-US" sz="1600" b="1">
                  <a:solidFill>
                    <a:schemeClr val="tx1"/>
                  </a:solidFill>
                </a:rPr>
                <a:t>Inadequate Project Planning</a:t>
              </a:r>
            </a:p>
            <a:p>
              <a:pPr marL="285750" indent="-285750">
                <a:lnSpc>
                  <a:spcPct val="150000"/>
                </a:lnSpc>
                <a:buClr>
                  <a:schemeClr val="accent3">
                    <a:lumMod val="75000"/>
                  </a:schemeClr>
                </a:buClr>
                <a:buFont typeface="Arial" panose="020B0604020202020204" pitchFamily="34" charset="0"/>
                <a:buChar char="•"/>
              </a:pPr>
              <a:r>
                <a:rPr lang="en-US" sz="1600">
                  <a:solidFill>
                    <a:schemeClr val="tx1"/>
                  </a:solidFill>
                </a:rPr>
                <a:t>Poor Risk Management</a:t>
              </a:r>
            </a:p>
            <a:p>
              <a:pPr marL="285750" indent="-285750">
                <a:lnSpc>
                  <a:spcPct val="150000"/>
                </a:lnSpc>
                <a:buClr>
                  <a:schemeClr val="accent3">
                    <a:lumMod val="75000"/>
                  </a:schemeClr>
                </a:buClr>
                <a:buFont typeface="Arial" panose="020B0604020202020204" pitchFamily="34" charset="0"/>
                <a:buChar char="•"/>
              </a:pPr>
              <a:r>
                <a:rPr lang="fi-FI" sz="1600" b="1">
                  <a:solidFill>
                    <a:schemeClr val="tx1"/>
                  </a:solidFill>
                  <a:latin typeface="Garamond" pitchFamily="18" charset="0"/>
                </a:rPr>
                <a:t>Insufficient Stakeholder Engagement </a:t>
              </a:r>
              <a:r>
                <a:rPr lang="en-US" sz="1600" b="1">
                  <a:solidFill>
                    <a:schemeClr val="tx1"/>
                  </a:solidFill>
                  <a:latin typeface="Garamond" pitchFamily="18" charset="0"/>
                </a:rPr>
                <a:t>stakeholders’ expectations are not aligned early</a:t>
              </a:r>
            </a:p>
            <a:p>
              <a:pPr marL="285750" indent="-285750">
                <a:lnSpc>
                  <a:spcPct val="150000"/>
                </a:lnSpc>
                <a:buClr>
                  <a:schemeClr val="accent3">
                    <a:lumMod val="75000"/>
                  </a:schemeClr>
                </a:buClr>
                <a:buFont typeface="Arial" panose="020B0604020202020204" pitchFamily="34" charset="0"/>
                <a:buChar char="•"/>
              </a:pPr>
              <a:r>
                <a:rPr lang="en-US" sz="1600" b="1">
                  <a:solidFill>
                    <a:schemeClr val="tx1"/>
                  </a:solidFill>
                  <a:latin typeface="Garamond" pitchFamily="18" charset="0"/>
                </a:rPr>
                <a:t>Unrealistic Scheduling and Poor Time Management</a:t>
              </a:r>
              <a:br>
                <a:rPr lang="fi-FI" sz="1600" b="1">
                  <a:solidFill>
                    <a:schemeClr val="tx1"/>
                  </a:solidFill>
                  <a:latin typeface="Garamond" pitchFamily="18" charset="0"/>
                </a:rPr>
              </a:br>
              <a:endParaRPr lang="fi-FI" sz="1600" b="1">
                <a:solidFill>
                  <a:schemeClr val="tx1"/>
                </a:solidFill>
                <a:latin typeface="Garamond" pitchFamily="18" charset="0"/>
              </a:endParaRPr>
            </a:p>
            <a:p>
              <a:pPr marL="179388" indent="-179388" algn="just">
                <a:spcBef>
                  <a:spcPts val="600"/>
                </a:spcBef>
                <a:spcAft>
                  <a:spcPts val="600"/>
                </a:spcAft>
              </a:pPr>
              <a:r>
                <a:rPr lang="en-US" sz="1600">
                  <a:solidFill>
                    <a:schemeClr val="tx1"/>
                  </a:solidFill>
                  <a:latin typeface="Garamond" pitchFamily="18" charset="0"/>
                </a:rPr>
                <a:t> </a:t>
              </a:r>
              <a:br>
                <a:rPr lang="en-US">
                  <a:solidFill>
                    <a:schemeClr val="tx1"/>
                  </a:solidFill>
                </a:rPr>
              </a:br>
              <a:r>
                <a:rPr lang="en-US">
                  <a:solidFill>
                    <a:schemeClr val="tx1"/>
                  </a:solidFill>
                </a:rPr>
                <a:t>                                                                                                                                    </a:t>
              </a:r>
            </a:p>
          </p:txBody>
        </p:sp>
        <p:sp>
          <p:nvSpPr>
            <p:cNvPr id="91" name="Round Same Side Corner Rectangle 17">
              <a:extLst>
                <a:ext uri="{FF2B5EF4-FFF2-40B4-BE49-F238E27FC236}">
                  <a16:creationId xmlns:a16="http://schemas.microsoft.com/office/drawing/2014/main" id="{EF8CDDA1-ED73-4EDB-B268-FB7E7FA0B204}"/>
                </a:ext>
              </a:extLst>
            </p:cNvPr>
            <p:cNvSpPr/>
            <p:nvPr/>
          </p:nvSpPr>
          <p:spPr>
            <a:xfrm>
              <a:off x="200414" y="552158"/>
              <a:ext cx="8345007" cy="117476"/>
            </a:xfrm>
            <a:prstGeom prst="round2Same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tIns="0" rtlCol="0" anchor="t"/>
            <a:lstStyle/>
            <a:p>
              <a:r>
                <a:rPr lang="fr-FR" sz="1600" b="1">
                  <a:solidFill>
                    <a:schemeClr val="bg1"/>
                  </a:solidFill>
                  <a:latin typeface="Garamond" pitchFamily="18" charset="0"/>
                </a:rPr>
                <a:t>Project Failure</a:t>
              </a:r>
              <a:endParaRPr lang="fr-FR" sz="1600">
                <a:solidFill>
                  <a:srgbClr val="C00000"/>
                </a:solidFill>
                <a:latin typeface="Garamond" pitchFamily="18" charset="0"/>
              </a:endParaRPr>
            </a:p>
          </p:txBody>
        </p:sp>
      </p:grpSp>
      <p:grpSp>
        <p:nvGrpSpPr>
          <p:cNvPr id="95" name="Group 139">
            <a:extLst>
              <a:ext uri="{FF2B5EF4-FFF2-40B4-BE49-F238E27FC236}">
                <a16:creationId xmlns:a16="http://schemas.microsoft.com/office/drawing/2014/main" id="{FF84B974-2B2A-4C1C-936F-B7B840B7705C}"/>
              </a:ext>
            </a:extLst>
          </p:cNvPr>
          <p:cNvGrpSpPr>
            <a:grpSpLocks/>
          </p:cNvGrpSpPr>
          <p:nvPr/>
        </p:nvGrpSpPr>
        <p:grpSpPr bwMode="auto">
          <a:xfrm>
            <a:off x="134302" y="1075525"/>
            <a:ext cx="8760136" cy="1417901"/>
            <a:chOff x="1662" y="1752"/>
            <a:chExt cx="1040" cy="437"/>
          </a:xfrm>
        </p:grpSpPr>
        <p:sp>
          <p:nvSpPr>
            <p:cNvPr id="96" name="AutoShape 63">
              <a:extLst>
                <a:ext uri="{FF2B5EF4-FFF2-40B4-BE49-F238E27FC236}">
                  <a16:creationId xmlns:a16="http://schemas.microsoft.com/office/drawing/2014/main" id="{86BC2511-D197-453F-9A6E-55A3714F6540}"/>
                </a:ext>
              </a:extLst>
            </p:cNvPr>
            <p:cNvSpPr>
              <a:spLocks noChangeAspect="1" noChangeArrowheads="1"/>
            </p:cNvSpPr>
            <p:nvPr/>
          </p:nvSpPr>
          <p:spPr bwMode="auto">
            <a:xfrm>
              <a:off x="1662" y="1752"/>
              <a:ext cx="1040" cy="384"/>
            </a:xfrm>
            <a:prstGeom prst="octagon">
              <a:avLst>
                <a:gd name="adj" fmla="val 29287"/>
              </a:avLst>
            </a:prstGeom>
            <a:solidFill>
              <a:schemeClr val="bg1">
                <a:lumMod val="85000"/>
                <a:alpha val="10001"/>
              </a:schemeClr>
            </a:solidFill>
            <a:ln w="25400">
              <a:solidFill>
                <a:schemeClr val="tx2"/>
              </a:solidFill>
              <a:miter lim="800000"/>
              <a:headEnd/>
              <a:tailEnd/>
            </a:ln>
          </p:spPr>
          <p:txBody>
            <a:bodyPr/>
            <a:lstStyle/>
            <a:p>
              <a:endParaRPr lang="fr-FR"/>
            </a:p>
          </p:txBody>
        </p:sp>
        <p:sp>
          <p:nvSpPr>
            <p:cNvPr id="97" name="Text Box 64">
              <a:extLst>
                <a:ext uri="{FF2B5EF4-FFF2-40B4-BE49-F238E27FC236}">
                  <a16:creationId xmlns:a16="http://schemas.microsoft.com/office/drawing/2014/main" id="{3C277C07-B65E-46B7-B129-291A99C50F08}"/>
                </a:ext>
              </a:extLst>
            </p:cNvPr>
            <p:cNvSpPr txBox="1">
              <a:spLocks noChangeAspect="1" noChangeArrowheads="1"/>
            </p:cNvSpPr>
            <p:nvPr/>
          </p:nvSpPr>
          <p:spPr bwMode="auto">
            <a:xfrm>
              <a:off x="1694" y="1753"/>
              <a:ext cx="976" cy="436"/>
            </a:xfrm>
            <a:prstGeom prst="rect">
              <a:avLst/>
            </a:prstGeom>
            <a:noFill/>
            <a:ln w="9525">
              <a:noFill/>
              <a:miter lim="800000"/>
              <a:headEnd/>
              <a:tailEnd/>
            </a:ln>
          </p:spPr>
          <p:txBody>
            <a:bodyPr/>
            <a:lstStyle/>
            <a:p>
              <a:pPr eaLnBrk="0" hangingPunct="0">
                <a:spcBef>
                  <a:spcPct val="0"/>
                </a:spcBef>
              </a:pPr>
              <a:endParaRPr lang="fr-FR" sz="1600">
                <a:solidFill>
                  <a:schemeClr val="tx2"/>
                </a:solidFill>
              </a:endParaRPr>
            </a:p>
          </p:txBody>
        </p:sp>
      </p:grpSp>
      <p:sp>
        <p:nvSpPr>
          <p:cNvPr id="98" name="ZoneTexte 97">
            <a:extLst>
              <a:ext uri="{FF2B5EF4-FFF2-40B4-BE49-F238E27FC236}">
                <a16:creationId xmlns:a16="http://schemas.microsoft.com/office/drawing/2014/main" id="{3B4A9515-A8BB-4FAD-B908-196B8A9E4111}"/>
              </a:ext>
            </a:extLst>
          </p:cNvPr>
          <p:cNvSpPr txBox="1"/>
          <p:nvPr/>
        </p:nvSpPr>
        <p:spPr>
          <a:xfrm>
            <a:off x="467544" y="1021746"/>
            <a:ext cx="8077328" cy="1232710"/>
          </a:xfrm>
          <a:prstGeom prst="rect">
            <a:avLst/>
          </a:prstGeom>
          <a:noFill/>
        </p:spPr>
        <p:txBody>
          <a:bodyPr wrap="square">
            <a:spAutoFit/>
          </a:bodyPr>
          <a:lstStyle/>
          <a:p>
            <a:pPr algn="just">
              <a:lnSpc>
                <a:spcPct val="150000"/>
              </a:lnSpc>
            </a:pPr>
            <a:r>
              <a:rPr lang="en-US" sz="1700">
                <a:latin typeface="Garamond" panose="02020404030301010803" pitchFamily="18" charset="0"/>
                <a:cs typeface="Times New Roman" pitchFamily="18" charset="0"/>
              </a:rPr>
              <a:t>Despite the exponential growth of Project Management (PM) practice, </a:t>
            </a:r>
            <a:r>
              <a:rPr lang="en-US" sz="1700">
                <a:solidFill>
                  <a:srgbClr val="C00000"/>
                </a:solidFill>
                <a:latin typeface="Garamond" panose="02020404030301010803" pitchFamily="18" charset="0"/>
                <a:cs typeface="Times New Roman" pitchFamily="18" charset="0"/>
              </a:rPr>
              <a:t> </a:t>
            </a:r>
            <a:r>
              <a:rPr lang="en-US" sz="1700">
                <a:latin typeface="Garamond" panose="02020404030301010803" pitchFamily="18" charset="0"/>
                <a:cs typeface="Times New Roman" pitchFamily="18" charset="0"/>
              </a:rPr>
              <a:t>projects have still issues with being </a:t>
            </a:r>
            <a:r>
              <a:rPr lang="en-US" sz="1700" b="1">
                <a:effectLst>
                  <a:outerShdw blurRad="38100" dist="38100" dir="2700000" algn="tl">
                    <a:srgbClr val="000000">
                      <a:alpha val="43137"/>
                    </a:srgbClr>
                  </a:outerShdw>
                </a:effectLst>
                <a:latin typeface="Garamond" pitchFamily="18" charset="0"/>
              </a:rPr>
              <a:t>over budget</a:t>
            </a:r>
            <a:r>
              <a:rPr lang="en-US" sz="1700">
                <a:effectLst>
                  <a:outerShdw blurRad="38100" dist="38100" dir="2700000" algn="tl">
                    <a:srgbClr val="000000">
                      <a:alpha val="43137"/>
                    </a:srgbClr>
                  </a:outerShdw>
                </a:effectLst>
                <a:latin typeface="Garamond" panose="02020404030301010803" pitchFamily="18" charset="0"/>
                <a:cs typeface="Times New Roman" pitchFamily="18" charset="0"/>
              </a:rPr>
              <a:t>, </a:t>
            </a:r>
            <a:r>
              <a:rPr lang="en-US" sz="1700" b="1">
                <a:effectLst>
                  <a:outerShdw blurRad="38100" dist="38100" dir="2700000" algn="tl">
                    <a:srgbClr val="000000">
                      <a:alpha val="43137"/>
                    </a:srgbClr>
                  </a:outerShdw>
                </a:effectLst>
                <a:latin typeface="Garamond" pitchFamily="18" charset="0"/>
              </a:rPr>
              <a:t>behind schedule</a:t>
            </a:r>
            <a:r>
              <a:rPr lang="en-US" sz="1700">
                <a:latin typeface="Garamond" panose="02020404030301010803" pitchFamily="18" charset="0"/>
                <a:cs typeface="Times New Roman" pitchFamily="18" charset="0"/>
              </a:rPr>
              <a:t>, and with </a:t>
            </a:r>
            <a:r>
              <a:rPr lang="en-US" sz="1700" b="1">
                <a:effectLst>
                  <a:outerShdw blurRad="38100" dist="38100" dir="2700000" algn="tl">
                    <a:srgbClr val="000000">
                      <a:alpha val="43137"/>
                    </a:srgbClr>
                  </a:outerShdw>
                </a:effectLst>
                <a:latin typeface="Garamond" pitchFamily="18" charset="0"/>
              </a:rPr>
              <a:t>lower functionality </a:t>
            </a:r>
            <a:r>
              <a:rPr lang="en-US" sz="1700">
                <a:latin typeface="Garamond" pitchFamily="18" charset="0"/>
              </a:rPr>
              <a:t>that the</a:t>
            </a:r>
            <a:r>
              <a:rPr lang="en-US" sz="1700">
                <a:latin typeface="Garamond" panose="02020404030301010803" pitchFamily="18" charset="0"/>
                <a:cs typeface="Times New Roman" pitchFamily="18" charset="0"/>
              </a:rPr>
              <a:t> planned scope </a:t>
            </a:r>
            <a:r>
              <a:rPr lang="en-GB" sz="1700">
                <a:solidFill>
                  <a:srgbClr val="3333FF"/>
                </a:solidFill>
                <a:latin typeface="Garamond" pitchFamily="18" charset="0"/>
              </a:rPr>
              <a:t>[</a:t>
            </a:r>
            <a:r>
              <a:rPr lang="en-US" sz="1700">
                <a:solidFill>
                  <a:srgbClr val="3333FF"/>
                </a:solidFill>
                <a:latin typeface="Garamond" pitchFamily="18" charset="0"/>
              </a:rPr>
              <a:t>Hamzane et al., 2020</a:t>
            </a:r>
            <a:r>
              <a:rPr lang="en-GB" sz="1700">
                <a:solidFill>
                  <a:srgbClr val="3333FF"/>
                </a:solidFill>
                <a:latin typeface="Garamond" pitchFamily="18" charset="0"/>
              </a:rPr>
              <a:t>]</a:t>
            </a:r>
            <a:r>
              <a:rPr lang="en-GB" sz="1700">
                <a:latin typeface="Garamond"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ll you need to know about PMBOK 7th edition">
            <a:hlinkClick r:id="rId2"/>
            <a:extLst>
              <a:ext uri="{FF2B5EF4-FFF2-40B4-BE49-F238E27FC236}">
                <a16:creationId xmlns:a16="http://schemas.microsoft.com/office/drawing/2014/main" id="{05168819-73B9-71F8-0905-185F566B8CB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57200" y="1755601"/>
            <a:ext cx="8229600" cy="421516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F5027565-6E49-9D26-74E4-E06638A4515F}"/>
              </a:ext>
            </a:extLst>
          </p:cNvPr>
          <p:cNvSpPr>
            <a:spLocks noGrp="1"/>
          </p:cNvSpPr>
          <p:nvPr>
            <p:ph type="body" sz="quarter" idx="10"/>
          </p:nvPr>
        </p:nvSpPr>
        <p:spPr>
          <a:xfrm>
            <a:off x="461500" y="671239"/>
            <a:ext cx="7715250" cy="432000"/>
          </a:xfrm>
        </p:spPr>
        <p:txBody>
          <a:bodyPr/>
          <a:lstStyle/>
          <a:p>
            <a:r>
              <a:rPr lang="en-US" sz="2400">
                <a:solidFill>
                  <a:srgbClr val="AC0000"/>
                </a:solidFill>
                <a:effectLst/>
                <a:latin typeface="Garamond" pitchFamily="18" charset="0"/>
                <a:cs typeface="Times New Roman" pitchFamily="18" charset="0"/>
              </a:rPr>
              <a:t>Context</a:t>
            </a:r>
            <a:r>
              <a:rPr lang="fr-FR" sz="2400">
                <a:solidFill>
                  <a:srgbClr val="AC0000"/>
                </a:solidFill>
                <a:effectLst/>
                <a:latin typeface="Garamond" pitchFamily="18" charset="0"/>
                <a:cs typeface="Times New Roman" pitchFamily="18" charset="0"/>
              </a:rPr>
              <a:t> and motivations (3/3)</a:t>
            </a:r>
            <a:endParaRPr lang="en-US" sz="2400"/>
          </a:p>
        </p:txBody>
      </p:sp>
      <p:sp>
        <p:nvSpPr>
          <p:cNvPr id="2" name="Espace réservé de la date 3">
            <a:extLst>
              <a:ext uri="{FF2B5EF4-FFF2-40B4-BE49-F238E27FC236}">
                <a16:creationId xmlns:a16="http://schemas.microsoft.com/office/drawing/2014/main" id="{D6DCECC9-5371-7BA0-6E18-2F02473F0620}"/>
              </a:ext>
            </a:extLst>
          </p:cNvPr>
          <p:cNvSpPr txBox="1">
            <a:spLocks/>
          </p:cNvSpPr>
          <p:nvPr/>
        </p:nvSpPr>
        <p:spPr>
          <a:xfrm>
            <a:off x="323528" y="6492875"/>
            <a:ext cx="1368152"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solidFill>
                  <a:schemeClr val="bg1"/>
                </a:solidFill>
              </a:rPr>
              <a:t>2024-2025</a:t>
            </a:r>
          </a:p>
        </p:txBody>
      </p:sp>
    </p:spTree>
    <p:extLst>
      <p:ext uri="{BB962C8B-B14F-4D97-AF65-F5344CB8AC3E}">
        <p14:creationId xmlns:p14="http://schemas.microsoft.com/office/powerpoint/2010/main" val="3385092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re 1"/>
          <p:cNvSpPr txBox="1">
            <a:spLocks/>
          </p:cNvSpPr>
          <p:nvPr/>
        </p:nvSpPr>
        <p:spPr>
          <a:xfrm>
            <a:off x="107504" y="368720"/>
            <a:ext cx="8229600" cy="540000"/>
          </a:xfrm>
          <a:prstGeom prst="rect">
            <a:avLst/>
          </a:prstGeom>
          <a:effectLst>
            <a:outerShdw blurRad="50800" dist="38100" dir="5400000" algn="t" rotWithShape="0">
              <a:prstClr val="black">
                <a:alpha val="40000"/>
              </a:prstClr>
            </a:outerShdw>
          </a:effectLst>
        </p:spPr>
        <p:txBody>
          <a:bodyPr>
            <a:noAutofit/>
          </a:bodyPr>
          <a:lstStyle/>
          <a:p>
            <a:pPr>
              <a:spcBef>
                <a:spcPct val="0"/>
              </a:spcBef>
              <a:defRPr/>
            </a:pPr>
            <a:r>
              <a:rPr lang="en-US" sz="2400" b="1">
                <a:solidFill>
                  <a:srgbClr val="AC0000"/>
                </a:solidFill>
                <a:latin typeface="Garamond" pitchFamily="18" charset="0"/>
                <a:cs typeface="Times New Roman" pitchFamily="18" charset="0"/>
              </a:rPr>
              <a:t>Objectives </a:t>
            </a:r>
            <a:endParaRPr lang="fr-FR" sz="2400" b="1">
              <a:solidFill>
                <a:srgbClr val="AC0000"/>
              </a:solidFill>
              <a:latin typeface="Garamond" pitchFamily="18" charset="0"/>
              <a:cs typeface="Times New Roman" pitchFamily="18" charset="0"/>
            </a:endParaRPr>
          </a:p>
        </p:txBody>
      </p:sp>
      <p:sp>
        <p:nvSpPr>
          <p:cNvPr id="54" name="ZoneTexte 53">
            <a:extLst>
              <a:ext uri="{FF2B5EF4-FFF2-40B4-BE49-F238E27FC236}">
                <a16:creationId xmlns:a16="http://schemas.microsoft.com/office/drawing/2014/main" id="{8CFD8BD0-B3C3-44EF-B30A-D15805522F2C}"/>
              </a:ext>
            </a:extLst>
          </p:cNvPr>
          <p:cNvSpPr txBox="1"/>
          <p:nvPr/>
        </p:nvSpPr>
        <p:spPr>
          <a:xfrm>
            <a:off x="4413696" y="-612"/>
            <a:ext cx="4622800" cy="369332"/>
          </a:xfrm>
          <a:prstGeom prst="rect">
            <a:avLst/>
          </a:prstGeom>
          <a:noFill/>
        </p:spPr>
        <p:txBody>
          <a:bodyPr wrap="square">
            <a:spAutoFit/>
          </a:bodyPr>
          <a:lstStyle/>
          <a:p>
            <a:pPr lvl="0" algn="r"/>
            <a:r>
              <a:rPr lang="en-US" b="1">
                <a:solidFill>
                  <a:schemeClr val="bg1"/>
                </a:solidFill>
                <a:effectLst>
                  <a:outerShdw blurRad="38100" dist="38100" dir="2700000" algn="tl">
                    <a:srgbClr val="000000">
                      <a:alpha val="43137"/>
                    </a:srgbClr>
                  </a:outerShdw>
                </a:effectLst>
                <a:latin typeface="Calibri" pitchFamily="34" charset="0"/>
              </a:rPr>
              <a:t>Introduction</a:t>
            </a:r>
          </a:p>
        </p:txBody>
      </p:sp>
      <p:sp>
        <p:nvSpPr>
          <p:cNvPr id="55" name="ZoneTexte 54">
            <a:extLst>
              <a:ext uri="{FF2B5EF4-FFF2-40B4-BE49-F238E27FC236}">
                <a16:creationId xmlns:a16="http://schemas.microsoft.com/office/drawing/2014/main" id="{053D0882-C55D-4299-B040-AE5F06AE4ADA}"/>
              </a:ext>
            </a:extLst>
          </p:cNvPr>
          <p:cNvSpPr txBox="1"/>
          <p:nvPr/>
        </p:nvSpPr>
        <p:spPr>
          <a:xfrm>
            <a:off x="93688" y="908720"/>
            <a:ext cx="8942808" cy="5589222"/>
          </a:xfrm>
          <a:prstGeom prst="rect">
            <a:avLst/>
          </a:prstGeom>
          <a:noFill/>
        </p:spPr>
        <p:txBody>
          <a:bodyPr wrap="square" rtlCol="0">
            <a:spAutoFit/>
          </a:bodyPr>
          <a:lstStyle/>
          <a:p>
            <a:pPr marL="449263" indent="-269875" algn="just">
              <a:lnSpc>
                <a:spcPct val="90000"/>
              </a:lnSpc>
              <a:spcBef>
                <a:spcPts val="1200"/>
              </a:spcBef>
              <a:spcAft>
                <a:spcPts val="600"/>
              </a:spcAft>
              <a:buBlip>
                <a:blip r:embed="rId3"/>
              </a:buBlip>
              <a:tabLst>
                <a:tab pos="179388" algn="l"/>
              </a:tabLst>
              <a:defRPr/>
            </a:pPr>
            <a:r>
              <a:rPr lang="en-GB" b="0" i="0" u="none" strike="noStrike" baseline="0">
                <a:latin typeface="Garamond" panose="02020404030301010803" pitchFamily="18" charset="0"/>
              </a:rPr>
              <a:t>As a knowledge-intensive domain with processes and tools, the PM requires effective</a:t>
            </a:r>
          </a:p>
          <a:p>
            <a:pPr algn="just"/>
            <a:r>
              <a:rPr lang="en-GB" b="0" i="0" u="none" strike="noStrike" baseline="0">
                <a:latin typeface="Garamond" panose="02020404030301010803" pitchFamily="18" charset="0"/>
              </a:rPr>
              <a:t>        management of the knowledge to assist project stakeholders in making right decisions: </a:t>
            </a:r>
          </a:p>
          <a:p>
            <a:pPr algn="l"/>
            <a:r>
              <a:rPr lang="en-GB">
                <a:latin typeface="Garamond" panose="02020404030301010803" pitchFamily="18" charset="0"/>
              </a:rPr>
              <a:t>     </a:t>
            </a: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GB">
              <a:latin typeface="Garamond" panose="02020404030301010803" pitchFamily="18" charset="0"/>
            </a:endParaRPr>
          </a:p>
          <a:p>
            <a:pPr algn="l"/>
            <a:endParaRPr lang="en-US">
              <a:latin typeface="Garamond" panose="02020404030301010803" pitchFamily="18" charset="0"/>
            </a:endParaRPr>
          </a:p>
          <a:p>
            <a:pPr marL="449263" lvl="0" indent="-269875" algn="just">
              <a:lnSpc>
                <a:spcPct val="90000"/>
              </a:lnSpc>
              <a:spcBef>
                <a:spcPts val="1200"/>
              </a:spcBef>
              <a:buBlip>
                <a:blip r:embed="rId3"/>
              </a:buBlip>
              <a:tabLst>
                <a:tab pos="179388" algn="l"/>
              </a:tabLst>
              <a:defRPr/>
            </a:pPr>
            <a:endParaRPr lang="en-US" sz="2000">
              <a:latin typeface="Calibri" pitchFamily="34" charset="0"/>
            </a:endParaRPr>
          </a:p>
          <a:p>
            <a:pPr marL="180975" indent="261938">
              <a:lnSpc>
                <a:spcPct val="90000"/>
              </a:lnSpc>
              <a:spcBef>
                <a:spcPts val="1200"/>
              </a:spcBef>
              <a:defRPr/>
            </a:pPr>
            <a:endParaRPr lang="en-US" sz="2000">
              <a:solidFill>
                <a:srgbClr val="C00000"/>
              </a:solidFill>
            </a:endParaRPr>
          </a:p>
          <a:p>
            <a:pPr marL="180975" lvl="0" indent="261938">
              <a:lnSpc>
                <a:spcPct val="90000"/>
              </a:lnSpc>
              <a:spcBef>
                <a:spcPts val="1200"/>
              </a:spcBef>
              <a:defRPr/>
            </a:pPr>
            <a:endParaRPr lang="en-US" sz="2000">
              <a:latin typeface="Calibri" pitchFamily="34" charset="0"/>
            </a:endParaRPr>
          </a:p>
        </p:txBody>
      </p:sp>
      <p:pic>
        <p:nvPicPr>
          <p:cNvPr id="56" name="Picture 2">
            <a:extLst>
              <a:ext uri="{FF2B5EF4-FFF2-40B4-BE49-F238E27FC236}">
                <a16:creationId xmlns:a16="http://schemas.microsoft.com/office/drawing/2014/main" id="{2540A86B-7149-46E5-879E-323143B5238B}"/>
              </a:ext>
            </a:extLst>
          </p:cNvPr>
          <p:cNvPicPr>
            <a:picLocks noChangeAspect="1" noChangeArrowheads="1"/>
          </p:cNvPicPr>
          <p:nvPr/>
        </p:nvPicPr>
        <p:blipFill>
          <a:blip r:embed="rId4" cstate="print"/>
          <a:srcRect/>
          <a:stretch>
            <a:fillRect/>
          </a:stretch>
        </p:blipFill>
        <p:spPr bwMode="auto">
          <a:xfrm>
            <a:off x="323528" y="2974284"/>
            <a:ext cx="969268" cy="1458094"/>
          </a:xfrm>
          <a:prstGeom prst="rect">
            <a:avLst/>
          </a:prstGeom>
          <a:noFill/>
          <a:ln w="9525">
            <a:noFill/>
            <a:miter lim="800000"/>
            <a:headEnd/>
            <a:tailEnd/>
          </a:ln>
          <a:effectLst/>
        </p:spPr>
      </p:pic>
      <p:sp>
        <p:nvSpPr>
          <p:cNvPr id="61" name="Rectangle : coins arrondis 60">
            <a:extLst>
              <a:ext uri="{FF2B5EF4-FFF2-40B4-BE49-F238E27FC236}">
                <a16:creationId xmlns:a16="http://schemas.microsoft.com/office/drawing/2014/main" id="{4FD629C2-87B4-486D-9BD6-2BF0577E9210}"/>
              </a:ext>
            </a:extLst>
          </p:cNvPr>
          <p:cNvSpPr/>
          <p:nvPr/>
        </p:nvSpPr>
        <p:spPr>
          <a:xfrm>
            <a:off x="1509688" y="1777963"/>
            <a:ext cx="6543724" cy="1340718"/>
          </a:xfrm>
          <a:prstGeom prst="roundRect">
            <a:avLst/>
          </a:prstGeom>
          <a:solidFill>
            <a:srgbClr val="E3F1E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accent4">
                  <a:lumMod val="75000"/>
                </a:schemeClr>
              </a:buClr>
            </a:pPr>
            <a:endParaRPr lang="en-US"/>
          </a:p>
          <a:p>
            <a:pPr marL="285750" indent="-285750">
              <a:buClr>
                <a:schemeClr val="accent4">
                  <a:lumMod val="75000"/>
                </a:schemeClr>
              </a:buClr>
              <a:buFont typeface="Arial" panose="020B0604020202020204" pitchFamily="34" charset="0"/>
              <a:buChar char="•"/>
            </a:pPr>
            <a:endParaRPr lang="en-US">
              <a:solidFill>
                <a:schemeClr val="tx1"/>
              </a:solidFill>
              <a:latin typeface="Garamond" panose="02020404030301010803" pitchFamily="18" charset="0"/>
            </a:endParaRPr>
          </a:p>
          <a:p>
            <a:pPr marL="285750" indent="-285750">
              <a:buClr>
                <a:schemeClr val="accent4">
                  <a:lumMod val="75000"/>
                </a:schemeClr>
              </a:buClr>
              <a:buFont typeface="Arial" panose="020B0604020202020204" pitchFamily="34" charset="0"/>
              <a:buChar char="•"/>
            </a:pPr>
            <a:endParaRPr lang="en-US" sz="2000">
              <a:solidFill>
                <a:schemeClr val="tx1"/>
              </a:solidFill>
              <a:latin typeface="Garamond" panose="02020404030301010803" pitchFamily="18" charset="0"/>
            </a:endParaRPr>
          </a:p>
          <a:p>
            <a:pPr>
              <a:buClr>
                <a:schemeClr val="accent4">
                  <a:lumMod val="75000"/>
                </a:schemeClr>
              </a:buClr>
            </a:pPr>
            <a:r>
              <a:rPr lang="en-US" sz="2000">
                <a:solidFill>
                  <a:schemeClr val="tx1"/>
                </a:solidFill>
                <a:latin typeface="Garamond" panose="02020404030301010803" pitchFamily="18" charset="0"/>
              </a:rPr>
              <a:t>   </a:t>
            </a:r>
          </a:p>
          <a:p>
            <a:pPr>
              <a:buClr>
                <a:schemeClr val="accent4">
                  <a:lumMod val="75000"/>
                </a:schemeClr>
              </a:buClr>
            </a:pPr>
            <a:r>
              <a:rPr lang="en-US" sz="2000">
                <a:solidFill>
                  <a:schemeClr val="tx1"/>
                </a:solidFill>
                <a:latin typeface="Garamond" panose="02020404030301010803" pitchFamily="18" charset="0"/>
              </a:rPr>
              <a:t>     </a:t>
            </a:r>
            <a:r>
              <a:rPr lang="en-US">
                <a:solidFill>
                  <a:schemeClr val="tx1"/>
                </a:solidFill>
                <a:latin typeface="Garamond" panose="02020404030301010803" pitchFamily="18" charset="0"/>
              </a:rPr>
              <a:t>Identify from the literature :</a:t>
            </a:r>
          </a:p>
          <a:p>
            <a:pPr algn="l"/>
            <a:r>
              <a:rPr lang="en-US">
                <a:solidFill>
                  <a:schemeClr val="tx1"/>
                </a:solidFill>
                <a:latin typeface="Garamond" panose="02020404030301010803" pitchFamily="18" charset="0"/>
              </a:rPr>
              <a:t>            T</a:t>
            </a:r>
            <a:r>
              <a:rPr lang="en-US" b="0" i="0" u="none" strike="noStrike" baseline="0">
                <a:solidFill>
                  <a:schemeClr val="tx1"/>
                </a:solidFill>
                <a:latin typeface="Garamond" panose="02020404030301010803" pitchFamily="18" charset="0"/>
              </a:rPr>
              <a:t>he well-established PM practices: limits, challenges and    </a:t>
            </a:r>
          </a:p>
          <a:p>
            <a:pPr algn="l"/>
            <a:r>
              <a:rPr lang="en-US">
                <a:solidFill>
                  <a:schemeClr val="tx1"/>
                </a:solidFill>
                <a:latin typeface="Garamond" panose="02020404030301010803" pitchFamily="18" charset="0"/>
              </a:rPr>
              <a:t>            </a:t>
            </a:r>
            <a:r>
              <a:rPr lang="en-US" b="0" i="0" u="none" strike="noStrike" baseline="0">
                <a:solidFill>
                  <a:schemeClr val="tx1"/>
                </a:solidFill>
                <a:latin typeface="Garamond" panose="02020404030301010803" pitchFamily="18" charset="0"/>
              </a:rPr>
              <a:t>applicability </a:t>
            </a:r>
          </a:p>
          <a:p>
            <a:pPr algn="l"/>
            <a:r>
              <a:rPr lang="en-US">
                <a:solidFill>
                  <a:schemeClr val="tx1"/>
                </a:solidFill>
                <a:latin typeface="Garamond" panose="02020404030301010803" pitchFamily="18" charset="0"/>
              </a:rPr>
              <a:t>             Matching PM practices according to their requirements     </a:t>
            </a:r>
          </a:p>
          <a:p>
            <a:pPr>
              <a:buClr>
                <a:schemeClr val="accent4">
                  <a:lumMod val="75000"/>
                </a:schemeClr>
              </a:buClr>
            </a:pPr>
            <a:endParaRPr lang="en-US"/>
          </a:p>
          <a:p>
            <a:pPr>
              <a:buClr>
                <a:schemeClr val="accent4">
                  <a:lumMod val="75000"/>
                </a:schemeClr>
              </a:buClr>
            </a:pPr>
            <a:endParaRPr lang="en-US"/>
          </a:p>
          <a:p>
            <a:pPr>
              <a:buClr>
                <a:schemeClr val="accent4">
                  <a:lumMod val="75000"/>
                </a:schemeClr>
              </a:buClr>
            </a:pPr>
            <a:endParaRPr lang="en-US"/>
          </a:p>
          <a:p>
            <a:pPr>
              <a:buClr>
                <a:schemeClr val="accent4">
                  <a:lumMod val="75000"/>
                </a:schemeClr>
              </a:buClr>
            </a:pPr>
            <a:endParaRPr lang="en-US"/>
          </a:p>
        </p:txBody>
      </p:sp>
      <p:pic>
        <p:nvPicPr>
          <p:cNvPr id="65" name="Image 64">
            <a:extLst>
              <a:ext uri="{FF2B5EF4-FFF2-40B4-BE49-F238E27FC236}">
                <a16:creationId xmlns:a16="http://schemas.microsoft.com/office/drawing/2014/main" id="{1DE1E3B2-544C-4453-8D5E-5F3CF5346565}"/>
              </a:ext>
            </a:extLst>
          </p:cNvPr>
          <p:cNvPicPr>
            <a:picLocks noChangeAspect="1"/>
          </p:cNvPicPr>
          <p:nvPr/>
        </p:nvPicPr>
        <p:blipFill>
          <a:blip r:embed="rId5"/>
          <a:stretch>
            <a:fillRect/>
          </a:stretch>
        </p:blipFill>
        <p:spPr>
          <a:xfrm>
            <a:off x="2051720" y="2276872"/>
            <a:ext cx="180975" cy="171450"/>
          </a:xfrm>
          <a:prstGeom prst="rect">
            <a:avLst/>
          </a:prstGeom>
        </p:spPr>
      </p:pic>
      <p:pic>
        <p:nvPicPr>
          <p:cNvPr id="66" name="Image 65">
            <a:extLst>
              <a:ext uri="{FF2B5EF4-FFF2-40B4-BE49-F238E27FC236}">
                <a16:creationId xmlns:a16="http://schemas.microsoft.com/office/drawing/2014/main" id="{1EDA20B4-42F4-47A6-BBF3-55FC826E0D6C}"/>
              </a:ext>
            </a:extLst>
          </p:cNvPr>
          <p:cNvPicPr>
            <a:picLocks noChangeAspect="1"/>
          </p:cNvPicPr>
          <p:nvPr/>
        </p:nvPicPr>
        <p:blipFill>
          <a:blip r:embed="rId5"/>
          <a:stretch>
            <a:fillRect/>
          </a:stretch>
        </p:blipFill>
        <p:spPr>
          <a:xfrm>
            <a:off x="2051720" y="2852936"/>
            <a:ext cx="180975" cy="171450"/>
          </a:xfrm>
          <a:prstGeom prst="rect">
            <a:avLst/>
          </a:prstGeom>
        </p:spPr>
      </p:pic>
      <p:pic>
        <p:nvPicPr>
          <p:cNvPr id="68" name="Image 67">
            <a:extLst>
              <a:ext uri="{FF2B5EF4-FFF2-40B4-BE49-F238E27FC236}">
                <a16:creationId xmlns:a16="http://schemas.microsoft.com/office/drawing/2014/main" id="{046E465C-F519-44C4-BEB3-9F64480F9CFE}"/>
              </a:ext>
            </a:extLst>
          </p:cNvPr>
          <p:cNvPicPr>
            <a:picLocks noChangeAspect="1"/>
          </p:cNvPicPr>
          <p:nvPr/>
        </p:nvPicPr>
        <p:blipFill>
          <a:blip r:embed="rId6"/>
          <a:stretch>
            <a:fillRect/>
          </a:stretch>
        </p:blipFill>
        <p:spPr>
          <a:xfrm>
            <a:off x="1619672" y="1991266"/>
            <a:ext cx="209550" cy="219075"/>
          </a:xfrm>
          <a:prstGeom prst="rect">
            <a:avLst/>
          </a:prstGeom>
        </p:spPr>
      </p:pic>
      <p:sp>
        <p:nvSpPr>
          <p:cNvPr id="32" name="ZoneTexte 31">
            <a:extLst>
              <a:ext uri="{FF2B5EF4-FFF2-40B4-BE49-F238E27FC236}">
                <a16:creationId xmlns:a16="http://schemas.microsoft.com/office/drawing/2014/main" id="{066B338D-B2D5-4B7E-8DE5-6CC8F9D436D6}"/>
              </a:ext>
            </a:extLst>
          </p:cNvPr>
          <p:cNvSpPr txBox="1"/>
          <p:nvPr/>
        </p:nvSpPr>
        <p:spPr>
          <a:xfrm>
            <a:off x="173548" y="4285110"/>
            <a:ext cx="8928992" cy="840295"/>
          </a:xfrm>
          <a:prstGeom prst="rect">
            <a:avLst/>
          </a:prstGeom>
          <a:noFill/>
        </p:spPr>
        <p:txBody>
          <a:bodyPr wrap="square" rtlCol="0">
            <a:spAutoFit/>
          </a:bodyPr>
          <a:lstStyle/>
          <a:p>
            <a:pPr marL="449263" indent="-269875" algn="just">
              <a:lnSpc>
                <a:spcPct val="150000"/>
              </a:lnSpc>
              <a:spcBef>
                <a:spcPts val="1200"/>
              </a:spcBef>
              <a:spcAft>
                <a:spcPts val="600"/>
              </a:spcAft>
              <a:buBlip>
                <a:blip r:embed="rId3"/>
              </a:buBlip>
              <a:tabLst>
                <a:tab pos="179388" algn="l"/>
              </a:tabLst>
              <a:defRPr/>
            </a:pPr>
            <a:r>
              <a:rPr lang="en-GB" sz="1700">
                <a:latin typeface="Garamond" panose="02020404030301010803" pitchFamily="18" charset="0"/>
              </a:rPr>
              <a:t> To assist practitioners and researchers better study the impact of their decisions and evaluate the Project Management (PM) as precisely as possible :</a:t>
            </a:r>
          </a:p>
        </p:txBody>
      </p:sp>
      <p:sp>
        <p:nvSpPr>
          <p:cNvPr id="20" name="Rectangle : coins arrondis 19">
            <a:extLst>
              <a:ext uri="{FF2B5EF4-FFF2-40B4-BE49-F238E27FC236}">
                <a16:creationId xmlns:a16="http://schemas.microsoft.com/office/drawing/2014/main" id="{63E9B6DF-544C-4721-9C8E-03510EF27506}"/>
              </a:ext>
            </a:extLst>
          </p:cNvPr>
          <p:cNvSpPr/>
          <p:nvPr/>
        </p:nvSpPr>
        <p:spPr>
          <a:xfrm>
            <a:off x="467544" y="5125405"/>
            <a:ext cx="8453738" cy="1180541"/>
          </a:xfrm>
          <a:prstGeom prst="roundRect">
            <a:avLst/>
          </a:prstGeom>
          <a:solidFill>
            <a:srgbClr val="E3F1E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buClr>
                <a:schemeClr val="accent4">
                  <a:lumMod val="75000"/>
                </a:schemeClr>
              </a:buClr>
            </a:pPr>
            <a:endParaRPr lang="en-US"/>
          </a:p>
          <a:p>
            <a:pPr>
              <a:buClr>
                <a:schemeClr val="accent4">
                  <a:lumMod val="75000"/>
                </a:schemeClr>
              </a:buClr>
            </a:pPr>
            <a:endParaRPr lang="en-US" sz="2000">
              <a:solidFill>
                <a:schemeClr val="tx1"/>
              </a:solidFill>
              <a:latin typeface="Garamond" panose="02020404030301010803" pitchFamily="18" charset="0"/>
            </a:endParaRPr>
          </a:p>
          <a:p>
            <a:pPr>
              <a:buClr>
                <a:schemeClr val="accent4">
                  <a:lumMod val="75000"/>
                </a:schemeClr>
              </a:buClr>
            </a:pPr>
            <a:endParaRPr lang="en-US" sz="2000">
              <a:solidFill>
                <a:schemeClr val="tx1"/>
              </a:solidFill>
              <a:latin typeface="Garamond" panose="02020404030301010803" pitchFamily="18" charset="0"/>
            </a:endParaRPr>
          </a:p>
          <a:p>
            <a:pPr marL="285750" indent="-285750">
              <a:buClr>
                <a:schemeClr val="accent4">
                  <a:lumMod val="75000"/>
                </a:schemeClr>
              </a:buClr>
              <a:buFont typeface="Arial" panose="020B0604020202020204" pitchFamily="34" charset="0"/>
              <a:buChar char="•"/>
            </a:pPr>
            <a:endParaRPr lang="en-US" b="1">
              <a:solidFill>
                <a:schemeClr val="tx1"/>
              </a:solidFill>
              <a:latin typeface="Garamond" panose="02020404030301010803" pitchFamily="18" charset="0"/>
            </a:endParaRPr>
          </a:p>
          <a:p>
            <a:pPr>
              <a:buClr>
                <a:schemeClr val="accent4">
                  <a:lumMod val="75000"/>
                </a:schemeClr>
              </a:buClr>
            </a:pPr>
            <a:r>
              <a:rPr lang="en-US">
                <a:solidFill>
                  <a:schemeClr val="tx1"/>
                </a:solidFill>
                <a:latin typeface="Garamond"/>
              </a:rPr>
              <a:t>         </a:t>
            </a:r>
          </a:p>
          <a:p>
            <a:pPr>
              <a:buClr>
                <a:schemeClr val="accent4">
                  <a:lumMod val="75000"/>
                </a:schemeClr>
              </a:buClr>
            </a:pPr>
            <a:r>
              <a:rPr lang="en-US" sz="1600" b="1">
                <a:solidFill>
                  <a:schemeClr val="tx1"/>
                </a:solidFill>
                <a:latin typeface="Garamond"/>
              </a:rPr>
              <a:t>        </a:t>
            </a:r>
          </a:p>
          <a:p>
            <a:pPr>
              <a:buClr>
                <a:schemeClr val="accent4">
                  <a:lumMod val="75000"/>
                </a:schemeClr>
              </a:buClr>
            </a:pPr>
            <a:r>
              <a:rPr lang="en-US" sz="1600" b="1">
                <a:solidFill>
                  <a:schemeClr val="tx1"/>
                </a:solidFill>
                <a:latin typeface="Garamond"/>
              </a:rPr>
              <a:t>       </a:t>
            </a:r>
            <a:r>
              <a:rPr lang="en-GB" sz="1600" b="1">
                <a:solidFill>
                  <a:schemeClr val="tx1"/>
                </a:solidFill>
                <a:latin typeface="Garamond"/>
              </a:rPr>
              <a:t>Propose an automatic building approach on  PM</a:t>
            </a:r>
            <a:endParaRPr lang="en-US" sz="1600">
              <a:solidFill>
                <a:schemeClr val="tx1"/>
              </a:solidFill>
              <a:latin typeface="Garamond"/>
            </a:endParaRPr>
          </a:p>
          <a:p>
            <a:pPr>
              <a:buClr>
                <a:schemeClr val="accent4">
                  <a:lumMod val="75000"/>
                </a:schemeClr>
              </a:buClr>
            </a:pPr>
            <a:r>
              <a:rPr lang="en-US" sz="1600">
                <a:solidFill>
                  <a:schemeClr val="tx1"/>
                </a:solidFill>
                <a:latin typeface="Garamond"/>
              </a:rPr>
              <a:t>              </a:t>
            </a:r>
            <a:r>
              <a:rPr lang="en-US">
                <a:solidFill>
                  <a:schemeClr val="tx1"/>
                </a:solidFill>
                <a:latin typeface="Garamond"/>
              </a:rPr>
              <a:t> </a:t>
            </a:r>
          </a:p>
          <a:p>
            <a:pPr>
              <a:buClr>
                <a:schemeClr val="accent4">
                  <a:lumMod val="75000"/>
                </a:schemeClr>
              </a:buClr>
            </a:pPr>
            <a:r>
              <a:rPr lang="en-US">
                <a:solidFill>
                  <a:schemeClr val="tx1"/>
                </a:solidFill>
                <a:latin typeface="Garamond"/>
              </a:rPr>
              <a:t>        </a:t>
            </a:r>
          </a:p>
          <a:p>
            <a:pPr>
              <a:buClr>
                <a:schemeClr val="accent4">
                  <a:lumMod val="75000"/>
                </a:schemeClr>
              </a:buClr>
            </a:pPr>
            <a:r>
              <a:rPr lang="en-US">
                <a:solidFill>
                  <a:schemeClr val="tx1"/>
                </a:solidFill>
                <a:latin typeface="Garamond"/>
              </a:rPr>
              <a:t> </a:t>
            </a:r>
          </a:p>
          <a:p>
            <a:pPr>
              <a:buClr>
                <a:schemeClr val="accent4">
                  <a:lumMod val="75000"/>
                </a:schemeClr>
              </a:buClr>
            </a:pPr>
            <a:endParaRPr lang="en-US" sz="2000">
              <a:solidFill>
                <a:schemeClr val="tx1"/>
              </a:solidFill>
              <a:latin typeface="Garamond" panose="02020404030301010803" pitchFamily="18" charset="0"/>
            </a:endParaRPr>
          </a:p>
          <a:p>
            <a:pPr>
              <a:buClr>
                <a:schemeClr val="accent4">
                  <a:lumMod val="75000"/>
                </a:schemeClr>
              </a:buClr>
            </a:pPr>
            <a:r>
              <a:rPr lang="en-US" sz="2000">
                <a:solidFill>
                  <a:schemeClr val="tx1"/>
                </a:solidFill>
                <a:latin typeface="Garamond"/>
              </a:rPr>
              <a:t>     </a:t>
            </a:r>
            <a:endParaRPr lang="en-US">
              <a:solidFill>
                <a:schemeClr val="tx1"/>
              </a:solidFill>
              <a:latin typeface="Garamond"/>
            </a:endParaRPr>
          </a:p>
          <a:p>
            <a:pPr>
              <a:buClr>
                <a:schemeClr val="accent4">
                  <a:lumMod val="75000"/>
                </a:schemeClr>
              </a:buClr>
            </a:pPr>
            <a:endParaRPr lang="en-US"/>
          </a:p>
          <a:p>
            <a:pPr>
              <a:buClr>
                <a:schemeClr val="accent4">
                  <a:lumMod val="75000"/>
                </a:schemeClr>
              </a:buClr>
            </a:pPr>
            <a:endParaRPr lang="en-US"/>
          </a:p>
          <a:p>
            <a:pPr>
              <a:buClr>
                <a:schemeClr val="accent4">
                  <a:lumMod val="75000"/>
                </a:schemeClr>
              </a:buClr>
            </a:pPr>
            <a:endParaRPr lang="en-US"/>
          </a:p>
        </p:txBody>
      </p:sp>
      <p:sp>
        <p:nvSpPr>
          <p:cNvPr id="2" name="Ellipse 8">
            <a:extLst>
              <a:ext uri="{FF2B5EF4-FFF2-40B4-BE49-F238E27FC236}">
                <a16:creationId xmlns:a16="http://schemas.microsoft.com/office/drawing/2014/main" id="{3CB0D70B-C7EB-4716-BE9D-B2294E526FE3}"/>
              </a:ext>
            </a:extLst>
          </p:cNvPr>
          <p:cNvSpPr/>
          <p:nvPr/>
        </p:nvSpPr>
        <p:spPr bwMode="auto">
          <a:xfrm>
            <a:off x="507620" y="5343429"/>
            <a:ext cx="208855" cy="207250"/>
          </a:xfrm>
          <a:prstGeom prst="ellipse">
            <a:avLst/>
          </a:prstGeom>
          <a:solidFill>
            <a:schemeClr val="accent4">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anchor="ctr"/>
          <a:lstStyle>
            <a:defPPr>
              <a:defRPr lang="ar-SA"/>
            </a:defPPr>
            <a:lvl1pPr algn="l" rtl="0" fontAlgn="base">
              <a:spcBef>
                <a:spcPct val="0"/>
              </a:spcBef>
              <a:spcAft>
                <a:spcPct val="0"/>
              </a:spcAft>
              <a:defRPr sz="2400" kern="1200">
                <a:solidFill>
                  <a:schemeClr val="dk1"/>
                </a:solidFill>
                <a:latin typeface="+mn-lt"/>
                <a:ea typeface="+mn-ea"/>
                <a:cs typeface="+mn-cs"/>
              </a:defRPr>
            </a:lvl1pPr>
            <a:lvl2pPr marL="457200" algn="l" rtl="0" fontAlgn="base">
              <a:spcBef>
                <a:spcPct val="0"/>
              </a:spcBef>
              <a:spcAft>
                <a:spcPct val="0"/>
              </a:spcAft>
              <a:defRPr sz="2400" kern="1200">
                <a:solidFill>
                  <a:schemeClr val="dk1"/>
                </a:solidFill>
                <a:latin typeface="+mn-lt"/>
                <a:ea typeface="+mn-ea"/>
                <a:cs typeface="+mn-cs"/>
              </a:defRPr>
            </a:lvl2pPr>
            <a:lvl3pPr marL="914400" algn="l" rtl="0" fontAlgn="base">
              <a:spcBef>
                <a:spcPct val="0"/>
              </a:spcBef>
              <a:spcAft>
                <a:spcPct val="0"/>
              </a:spcAft>
              <a:defRPr sz="2400" kern="1200">
                <a:solidFill>
                  <a:schemeClr val="dk1"/>
                </a:solidFill>
                <a:latin typeface="+mn-lt"/>
                <a:ea typeface="+mn-ea"/>
                <a:cs typeface="+mn-cs"/>
              </a:defRPr>
            </a:lvl3pPr>
            <a:lvl4pPr marL="1371600" algn="l" rtl="0" fontAlgn="base">
              <a:spcBef>
                <a:spcPct val="0"/>
              </a:spcBef>
              <a:spcAft>
                <a:spcPct val="0"/>
              </a:spcAft>
              <a:defRPr sz="2400" kern="1200">
                <a:solidFill>
                  <a:schemeClr val="dk1"/>
                </a:solidFill>
                <a:latin typeface="+mn-lt"/>
                <a:ea typeface="+mn-ea"/>
                <a:cs typeface="+mn-cs"/>
              </a:defRPr>
            </a:lvl4pPr>
            <a:lvl5pPr marL="1828800" algn="l" rtl="0" fontAlgn="base">
              <a:spcBef>
                <a:spcPct val="0"/>
              </a:spcBef>
              <a:spcAft>
                <a:spcPct val="0"/>
              </a:spcAft>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algn="ctr">
              <a:defRPr/>
            </a:pPr>
            <a:r>
              <a:rPr lang="fr-FR" sz="1000" b="1">
                <a:solidFill>
                  <a:schemeClr val="bg1"/>
                </a:solidFill>
              </a:rPr>
              <a:t>1</a:t>
            </a:r>
          </a:p>
        </p:txBody>
      </p:sp>
      <p:pic>
        <p:nvPicPr>
          <p:cNvPr id="3" name="Image 37">
            <a:extLst>
              <a:ext uri="{FF2B5EF4-FFF2-40B4-BE49-F238E27FC236}">
                <a16:creationId xmlns:a16="http://schemas.microsoft.com/office/drawing/2014/main" id="{68BB2803-06F2-4B9B-B9AD-44F5928627B1}"/>
              </a:ext>
            </a:extLst>
          </p:cNvPr>
          <p:cNvPicPr>
            <a:picLocks noChangeAspect="1"/>
          </p:cNvPicPr>
          <p:nvPr/>
        </p:nvPicPr>
        <p:blipFill>
          <a:blip r:embed="rId7"/>
          <a:stretch>
            <a:fillRect/>
          </a:stretch>
        </p:blipFill>
        <p:spPr>
          <a:xfrm>
            <a:off x="912985" y="5678921"/>
            <a:ext cx="161925" cy="200025"/>
          </a:xfrm>
          <a:prstGeom prst="rect">
            <a:avLst/>
          </a:prstGeom>
        </p:spPr>
      </p:pic>
      <p:sp>
        <p:nvSpPr>
          <p:cNvPr id="4" name="ZoneTexte 15">
            <a:extLst>
              <a:ext uri="{FF2B5EF4-FFF2-40B4-BE49-F238E27FC236}">
                <a16:creationId xmlns:a16="http://schemas.microsoft.com/office/drawing/2014/main" id="{4D6ADC71-7F1A-4913-BA29-D012990EEF15}"/>
              </a:ext>
            </a:extLst>
          </p:cNvPr>
          <p:cNvSpPr txBox="1"/>
          <p:nvPr/>
        </p:nvSpPr>
        <p:spPr>
          <a:xfrm>
            <a:off x="1107170" y="5621354"/>
            <a:ext cx="7344816" cy="338554"/>
          </a:xfrm>
          <a:prstGeom prst="rect">
            <a:avLst/>
          </a:prstGeom>
          <a:noFill/>
        </p:spPr>
        <p:txBody>
          <a:bodyPr wrap="square" rtlCol="0">
            <a:spAutoFit/>
          </a:bodyPr>
          <a:lstStyle/>
          <a:p>
            <a:pPr algn="just"/>
            <a:r>
              <a:rPr lang="en-US" sz="1600">
                <a:latin typeface="Garamond" panose="02020404030301010803" pitchFamily="18" charset="0"/>
              </a:rPr>
              <a:t> Learn from unstructured corpus “</a:t>
            </a:r>
            <a:r>
              <a:rPr lang="en-US" sz="1600" err="1">
                <a:latin typeface="Garamond" panose="02020404030301010803" pitchFamily="18" charset="0"/>
              </a:rPr>
              <a:t>PMBOk</a:t>
            </a:r>
            <a:r>
              <a:rPr lang="en-US" sz="1600">
                <a:latin typeface="Garamond" panose="02020404030301010803" pitchFamily="18" charset="0"/>
              </a:rPr>
              <a:t> 7</a:t>
            </a:r>
            <a:r>
              <a:rPr lang="en-US" sz="1600" baseline="30000">
                <a:latin typeface="Garamond" panose="02020404030301010803" pitchFamily="18" charset="0"/>
              </a:rPr>
              <a:t>th</a:t>
            </a:r>
            <a:r>
              <a:rPr lang="en-US" sz="1600">
                <a:latin typeface="Garamond" panose="02020404030301010803" pitchFamily="18" charset="0"/>
              </a:rPr>
              <a:t> ”: </a:t>
            </a:r>
            <a:r>
              <a:rPr lang="en-US" sz="1600">
                <a:solidFill>
                  <a:srgbClr val="C00000"/>
                </a:solidFill>
                <a:latin typeface="Garamond" panose="02020404030301010803" pitchFamily="18" charset="0"/>
              </a:rPr>
              <a:t>the knowledge retrieval process</a:t>
            </a:r>
          </a:p>
        </p:txBody>
      </p:sp>
      <p:sp>
        <p:nvSpPr>
          <p:cNvPr id="7" name="Espace réservé de la date 3">
            <a:extLst>
              <a:ext uri="{FF2B5EF4-FFF2-40B4-BE49-F238E27FC236}">
                <a16:creationId xmlns:a16="http://schemas.microsoft.com/office/drawing/2014/main" id="{F516F83E-E5B1-A79C-C802-6A581E0CC1E8}"/>
              </a:ext>
            </a:extLst>
          </p:cNvPr>
          <p:cNvSpPr txBox="1">
            <a:spLocks/>
          </p:cNvSpPr>
          <p:nvPr/>
        </p:nvSpPr>
        <p:spPr>
          <a:xfrm>
            <a:off x="172927" y="6510450"/>
            <a:ext cx="1480116"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solidFill>
                  <a:schemeClr val="bg1"/>
                </a:solidFill>
              </a:rPr>
              <a:t>2024-2025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32" grpId="0"/>
      <p:bldP spid="20"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company&#10;&#10;Description automatically generated">
            <a:extLst>
              <a:ext uri="{FF2B5EF4-FFF2-40B4-BE49-F238E27FC236}">
                <a16:creationId xmlns:a16="http://schemas.microsoft.com/office/drawing/2014/main" id="{61C5A98D-7FE2-ED0C-7463-CD05E6BF16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488" y="950065"/>
            <a:ext cx="8963025" cy="4414287"/>
          </a:xfrm>
          <a:noFill/>
        </p:spPr>
      </p:pic>
      <p:sp>
        <p:nvSpPr>
          <p:cNvPr id="7" name="Espace réservé de la date 3">
            <a:extLst>
              <a:ext uri="{FF2B5EF4-FFF2-40B4-BE49-F238E27FC236}">
                <a16:creationId xmlns:a16="http://schemas.microsoft.com/office/drawing/2014/main" id="{47207DFD-DA0B-C8D0-AB7E-5F9087738F89}"/>
              </a:ext>
            </a:extLst>
          </p:cNvPr>
          <p:cNvSpPr txBox="1">
            <a:spLocks/>
          </p:cNvSpPr>
          <p:nvPr/>
        </p:nvSpPr>
        <p:spPr>
          <a:xfrm>
            <a:off x="251520" y="6492875"/>
            <a:ext cx="1584056"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solidFill>
                  <a:schemeClr val="bg1"/>
                </a:solidFill>
              </a:rPr>
              <a:t>2024-2025</a:t>
            </a:r>
          </a:p>
        </p:txBody>
      </p:sp>
    </p:spTree>
    <p:extLst>
      <p:ext uri="{BB962C8B-B14F-4D97-AF65-F5344CB8AC3E}">
        <p14:creationId xmlns:p14="http://schemas.microsoft.com/office/powerpoint/2010/main" val="239912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1800" b="0" i="0" u="none" strike="noStrike" cap="none" normalizeH="0" baseline="0">
                <a:ln>
                  <a:noFill/>
                </a:ln>
                <a:solidFill>
                  <a:schemeClr val="tx1"/>
                </a:solidFill>
                <a:effectLst/>
                <a:latin typeface="Arial" pitchFamily="34" charset="0"/>
                <a:cs typeface="Arial" pitchFamily="34" charset="0"/>
              </a:rPr>
            </a:b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21" name="Titre 1"/>
          <p:cNvSpPr txBox="1">
            <a:spLocks/>
          </p:cNvSpPr>
          <p:nvPr/>
        </p:nvSpPr>
        <p:spPr>
          <a:xfrm>
            <a:off x="107504" y="368720"/>
            <a:ext cx="8229600" cy="540000"/>
          </a:xfrm>
          <a:prstGeom prst="rect">
            <a:avLst/>
          </a:prstGeom>
          <a:effectLst>
            <a:outerShdw blurRad="50800" dist="38100" dir="5400000" algn="t" rotWithShape="0">
              <a:prstClr val="black">
                <a:alpha val="40000"/>
              </a:prstClr>
            </a:outerShdw>
          </a:effectLst>
        </p:spPr>
        <p:txBody>
          <a:bodyPr>
            <a:noAutofit/>
          </a:bodyPr>
          <a:lstStyle/>
          <a:p>
            <a:pPr algn="ctr"/>
            <a:r>
              <a:rPr lang="en-US" sz="2400" b="1">
                <a:solidFill>
                  <a:srgbClr val="AC0000"/>
                </a:solidFill>
                <a:latin typeface="Garamond" pitchFamily="18" charset="0"/>
                <a:cs typeface="Times New Roman" pitchFamily="18" charset="0"/>
              </a:rPr>
              <a:t>       A Knowledge-Based Recommendation System on PM</a:t>
            </a:r>
          </a:p>
          <a:p>
            <a:endParaRPr lang="en-US" sz="2400" b="1">
              <a:solidFill>
                <a:srgbClr val="AC0000"/>
              </a:solidFill>
              <a:latin typeface="Garamond" pitchFamily="18" charset="0"/>
              <a:cs typeface="Times New Roman" pitchFamily="18" charset="0"/>
            </a:endParaRPr>
          </a:p>
        </p:txBody>
      </p:sp>
      <p:sp>
        <p:nvSpPr>
          <p:cNvPr id="22" name="ZoneTexte 21">
            <a:extLst>
              <a:ext uri="{FF2B5EF4-FFF2-40B4-BE49-F238E27FC236}">
                <a16:creationId xmlns:a16="http://schemas.microsoft.com/office/drawing/2014/main" id="{30CD1028-C1B6-4533-A05B-BB4AB331A9C0}"/>
              </a:ext>
            </a:extLst>
          </p:cNvPr>
          <p:cNvSpPr txBox="1"/>
          <p:nvPr/>
        </p:nvSpPr>
        <p:spPr>
          <a:xfrm>
            <a:off x="4491816" y="-39875"/>
            <a:ext cx="4622800" cy="369332"/>
          </a:xfrm>
          <a:prstGeom prst="rect">
            <a:avLst/>
          </a:prstGeom>
          <a:noFill/>
        </p:spPr>
        <p:txBody>
          <a:bodyPr wrap="square">
            <a:spAutoFit/>
          </a:bodyPr>
          <a:lstStyle/>
          <a:p>
            <a:pPr lvl="0" algn="r"/>
            <a:r>
              <a:rPr lang="en-US" b="1">
                <a:solidFill>
                  <a:schemeClr val="bg1"/>
                </a:solidFill>
                <a:effectLst>
                  <a:outerShdw blurRad="38100" dist="38100" dir="2700000" algn="tl">
                    <a:srgbClr val="000000">
                      <a:alpha val="43137"/>
                    </a:srgbClr>
                  </a:outerShdw>
                </a:effectLst>
                <a:latin typeface="Calibri" pitchFamily="34" charset="0"/>
              </a:rPr>
              <a:t>Contributions</a:t>
            </a:r>
          </a:p>
        </p:txBody>
      </p:sp>
      <p:sp>
        <p:nvSpPr>
          <p:cNvPr id="23" name="Rectangle 22">
            <a:extLst>
              <a:ext uri="{FF2B5EF4-FFF2-40B4-BE49-F238E27FC236}">
                <a16:creationId xmlns:a16="http://schemas.microsoft.com/office/drawing/2014/main" id="{C61AA181-5477-4C66-8131-99E912B57D76}"/>
              </a:ext>
            </a:extLst>
          </p:cNvPr>
          <p:cNvSpPr/>
          <p:nvPr/>
        </p:nvSpPr>
        <p:spPr bwMode="auto">
          <a:xfrm>
            <a:off x="0" y="908720"/>
            <a:ext cx="9144000" cy="504000"/>
          </a:xfrm>
          <a:prstGeom prst="rect">
            <a:avLst/>
          </a:prstGeom>
          <a:solidFill>
            <a:schemeClr val="accent2">
              <a:lumMod val="75000"/>
            </a:schemeClr>
          </a:solidFill>
          <a:ln w="9525" cap="flat" cmpd="sng" algn="ctr">
            <a:solidFill>
              <a:schemeClr val="accent2">
                <a:lumMod val="20000"/>
                <a:lumOff val="8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t" anchorCtr="0" compatLnSpc="1">
            <a:prstTxWarp prst="textNoShape">
              <a:avLst/>
            </a:prstTxWarp>
          </a:bodyPr>
          <a:lstStyle/>
          <a:p>
            <a:pPr algn="ctr"/>
            <a:r>
              <a:rPr lang="en-US" sz="2000" b="1">
                <a:solidFill>
                  <a:schemeClr val="bg1"/>
                </a:solidFill>
                <a:effectLst>
                  <a:outerShdw blurRad="38100" dist="38100" dir="2700000" algn="tl">
                    <a:srgbClr val="000000">
                      <a:alpha val="43137"/>
                    </a:srgbClr>
                  </a:outerShdw>
                </a:effectLst>
                <a:latin typeface="Garamond" panose="02020404030301010803" pitchFamily="18" charset="0"/>
              </a:rPr>
              <a:t>System implementation and illustration   </a:t>
            </a:r>
            <a:br>
              <a:rPr lang="en-US" sz="2000">
                <a:latin typeface="Garamond" panose="02020404030301010803" pitchFamily="18" charset="0"/>
              </a:rPr>
            </a:br>
            <a:r>
              <a:rPr lang="fr-FR" sz="2000">
                <a:latin typeface="Garamond" panose="02020404030301010803" pitchFamily="18" charset="0"/>
              </a:rPr>
              <a:t> </a:t>
            </a:r>
            <a:br>
              <a:rPr lang="fr-FR" sz="2000">
                <a:latin typeface="Garamond" panose="02020404030301010803" pitchFamily="18" charset="0"/>
              </a:rPr>
            </a:br>
            <a:endParaRPr kumimoji="0" lang="en-US" sz="2000" b="0" i="0" u="none" strike="noStrike" cap="none" normalizeH="0" baseline="0">
              <a:ln>
                <a:noFill/>
              </a:ln>
              <a:solidFill>
                <a:schemeClr val="tx1"/>
              </a:solidFill>
              <a:effectLst/>
              <a:latin typeface="Garamond" panose="02020404030301010803" pitchFamily="18" charset="0"/>
            </a:endParaRPr>
          </a:p>
        </p:txBody>
      </p:sp>
      <p:sp>
        <p:nvSpPr>
          <p:cNvPr id="15" name="ZoneTexte 14">
            <a:extLst>
              <a:ext uri="{FF2B5EF4-FFF2-40B4-BE49-F238E27FC236}">
                <a16:creationId xmlns:a16="http://schemas.microsoft.com/office/drawing/2014/main" id="{5C4E5A6F-BD91-4230-8C19-3AA662809D3E}"/>
              </a:ext>
            </a:extLst>
          </p:cNvPr>
          <p:cNvSpPr txBox="1"/>
          <p:nvPr/>
        </p:nvSpPr>
        <p:spPr>
          <a:xfrm>
            <a:off x="107504" y="1482804"/>
            <a:ext cx="8928992" cy="447880"/>
          </a:xfrm>
          <a:prstGeom prst="rect">
            <a:avLst/>
          </a:prstGeom>
          <a:noFill/>
        </p:spPr>
        <p:txBody>
          <a:bodyPr wrap="square" rtlCol="0">
            <a:spAutoFit/>
          </a:bodyPr>
          <a:lstStyle/>
          <a:p>
            <a:pPr marL="449263" indent="-269875" algn="just">
              <a:lnSpc>
                <a:spcPct val="150000"/>
              </a:lnSpc>
              <a:spcBef>
                <a:spcPts val="1200"/>
              </a:spcBef>
              <a:spcAft>
                <a:spcPts val="600"/>
              </a:spcAft>
              <a:buBlip>
                <a:blip r:embed="rId3"/>
              </a:buBlip>
              <a:tabLst>
                <a:tab pos="179388" algn="l"/>
              </a:tabLst>
              <a:defRPr/>
            </a:pPr>
            <a:r>
              <a:rPr lang="fr-FR" sz="1700" b="1">
                <a:latin typeface="Garamond" panose="02020404030301010803" pitchFamily="18" charset="0"/>
              </a:rPr>
              <a:t>System illustration  </a:t>
            </a:r>
            <a:endParaRPr lang="en-GB" sz="1700" b="1">
              <a:latin typeface="Garamond" panose="02020404030301010803" pitchFamily="18" charset="0"/>
            </a:endParaRPr>
          </a:p>
        </p:txBody>
      </p:sp>
      <p:pic>
        <p:nvPicPr>
          <p:cNvPr id="9" name="Image 8">
            <a:extLst>
              <a:ext uri="{FF2B5EF4-FFF2-40B4-BE49-F238E27FC236}">
                <a16:creationId xmlns:a16="http://schemas.microsoft.com/office/drawing/2014/main" id="{0D695023-0AF1-42D0-B3EB-F342A8CEFD6C}"/>
              </a:ext>
            </a:extLst>
          </p:cNvPr>
          <p:cNvPicPr>
            <a:picLocks noChangeAspect="1"/>
          </p:cNvPicPr>
          <p:nvPr/>
        </p:nvPicPr>
        <p:blipFill>
          <a:blip r:embed="rId4"/>
          <a:stretch>
            <a:fillRect/>
          </a:stretch>
        </p:blipFill>
        <p:spPr>
          <a:xfrm>
            <a:off x="215008" y="1959547"/>
            <a:ext cx="8821488" cy="4421781"/>
          </a:xfrm>
          <a:prstGeom prst="rect">
            <a:avLst/>
          </a:prstGeom>
        </p:spPr>
      </p:pic>
    </p:spTree>
    <p:extLst>
      <p:ext uri="{BB962C8B-B14F-4D97-AF65-F5344CB8AC3E}">
        <p14:creationId xmlns:p14="http://schemas.microsoft.com/office/powerpoint/2010/main" val="376240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1359678" y="2659559"/>
            <a:ext cx="6424644" cy="707886"/>
          </a:xfrm>
          <a:prstGeom prst="rect">
            <a:avLst/>
          </a:prstGeom>
          <a:noFill/>
        </p:spPr>
        <p:txBody>
          <a:bodyPr wrap="none" rtlCol="0">
            <a:spAutoFit/>
          </a:bodyPr>
          <a:lstStyle/>
          <a:p>
            <a:pPr algn="ctr"/>
            <a:r>
              <a:rPr lang="fr-FR" sz="4000" b="1">
                <a:latin typeface="Garamond" pitchFamily="18" charset="0"/>
              </a:rPr>
              <a:t>Thank you for your attention</a:t>
            </a:r>
          </a:p>
        </p:txBody>
      </p:sp>
      <p:pic>
        <p:nvPicPr>
          <p:cNvPr id="13" name="Image 12">
            <a:extLst>
              <a:ext uri="{FF2B5EF4-FFF2-40B4-BE49-F238E27FC236}">
                <a16:creationId xmlns:a16="http://schemas.microsoft.com/office/drawing/2014/main" id="{2411758C-A083-41CA-8C9D-3254BB887BCB}"/>
              </a:ext>
            </a:extLst>
          </p:cNvPr>
          <p:cNvPicPr>
            <a:picLocks noChangeAspect="1"/>
          </p:cNvPicPr>
          <p:nvPr/>
        </p:nvPicPr>
        <p:blipFill>
          <a:blip r:embed="rId2"/>
          <a:stretch>
            <a:fillRect/>
          </a:stretch>
        </p:blipFill>
        <p:spPr>
          <a:xfrm>
            <a:off x="-76333" y="4354115"/>
            <a:ext cx="2361940" cy="1818536"/>
          </a:xfrm>
          <a:prstGeom prst="rect">
            <a:avLst/>
          </a:prstGeom>
          <a:ln>
            <a:noFill/>
          </a:ln>
          <a:effectLst>
            <a:outerShdw blurRad="292100" dist="139700" dir="2700000" algn="tl" rotWithShape="0">
              <a:srgbClr val="333333">
                <a:alpha val="65000"/>
              </a:srgbClr>
            </a:outerShdw>
          </a:effectLst>
        </p:spPr>
      </p:pic>
      <p:pic>
        <p:nvPicPr>
          <p:cNvPr id="16" name="Image 15">
            <a:extLst>
              <a:ext uri="{FF2B5EF4-FFF2-40B4-BE49-F238E27FC236}">
                <a16:creationId xmlns:a16="http://schemas.microsoft.com/office/drawing/2014/main" id="{984C6123-ED02-4B1C-AE53-C63C7DB7DE86}"/>
              </a:ext>
            </a:extLst>
          </p:cNvPr>
          <p:cNvPicPr>
            <a:picLocks noChangeAspect="1"/>
          </p:cNvPicPr>
          <p:nvPr/>
        </p:nvPicPr>
        <p:blipFill>
          <a:blip r:embed="rId3"/>
          <a:stretch>
            <a:fillRect/>
          </a:stretch>
        </p:blipFill>
        <p:spPr>
          <a:xfrm>
            <a:off x="2636526" y="4663440"/>
            <a:ext cx="1971675" cy="1509210"/>
          </a:xfrm>
          <a:prstGeom prst="rect">
            <a:avLst/>
          </a:prstGeom>
          <a:ln>
            <a:noFill/>
          </a:ln>
          <a:effectLst>
            <a:outerShdw blurRad="292100" dist="139700" dir="2700000" algn="tl" rotWithShape="0">
              <a:srgbClr val="333333">
                <a:alpha val="65000"/>
              </a:srgbClr>
            </a:outerShdw>
          </a:effectLst>
        </p:spPr>
      </p:pic>
      <p:pic>
        <p:nvPicPr>
          <p:cNvPr id="24" name="Image 23">
            <a:extLst>
              <a:ext uri="{FF2B5EF4-FFF2-40B4-BE49-F238E27FC236}">
                <a16:creationId xmlns:a16="http://schemas.microsoft.com/office/drawing/2014/main" id="{22361754-28FB-405A-B4F6-8CF8B9A65409}"/>
              </a:ext>
            </a:extLst>
          </p:cNvPr>
          <p:cNvPicPr>
            <a:picLocks noChangeAspect="1"/>
          </p:cNvPicPr>
          <p:nvPr/>
        </p:nvPicPr>
        <p:blipFill>
          <a:blip r:embed="rId4"/>
          <a:stretch>
            <a:fillRect/>
          </a:stretch>
        </p:blipFill>
        <p:spPr>
          <a:xfrm>
            <a:off x="4926682" y="4663440"/>
            <a:ext cx="1733550" cy="1507636"/>
          </a:xfrm>
          <a:prstGeom prst="rect">
            <a:avLst/>
          </a:prstGeom>
          <a:ln>
            <a:noFill/>
          </a:ln>
          <a:effectLst>
            <a:outerShdw blurRad="292100" dist="139700" dir="2700000" algn="tl" rotWithShape="0">
              <a:srgbClr val="333333">
                <a:alpha val="65000"/>
              </a:srgbClr>
            </a:outerShdw>
          </a:effectLst>
        </p:spPr>
      </p:pic>
      <p:pic>
        <p:nvPicPr>
          <p:cNvPr id="30" name="Image 29">
            <a:extLst>
              <a:ext uri="{FF2B5EF4-FFF2-40B4-BE49-F238E27FC236}">
                <a16:creationId xmlns:a16="http://schemas.microsoft.com/office/drawing/2014/main" id="{191E196A-B4EB-4EC5-B173-3F3FA546C152}"/>
              </a:ext>
            </a:extLst>
          </p:cNvPr>
          <p:cNvPicPr>
            <a:picLocks noChangeAspect="1"/>
          </p:cNvPicPr>
          <p:nvPr/>
        </p:nvPicPr>
        <p:blipFill>
          <a:blip r:embed="rId5"/>
          <a:stretch>
            <a:fillRect/>
          </a:stretch>
        </p:blipFill>
        <p:spPr>
          <a:xfrm>
            <a:off x="176845" y="620687"/>
            <a:ext cx="2247900" cy="1585621"/>
          </a:xfrm>
          <a:prstGeom prst="rect">
            <a:avLst/>
          </a:prstGeom>
          <a:ln>
            <a:noFill/>
          </a:ln>
          <a:effectLst>
            <a:outerShdw blurRad="292100" dist="139700" dir="2700000" algn="tl" rotWithShape="0">
              <a:srgbClr val="333333">
                <a:alpha val="65000"/>
              </a:srgbClr>
            </a:outerShdw>
          </a:effectLst>
        </p:spPr>
      </p:pic>
      <p:pic>
        <p:nvPicPr>
          <p:cNvPr id="32" name="Image 31">
            <a:extLst>
              <a:ext uri="{FF2B5EF4-FFF2-40B4-BE49-F238E27FC236}">
                <a16:creationId xmlns:a16="http://schemas.microsoft.com/office/drawing/2014/main" id="{D4D9A8D1-CEFE-4121-B9C8-3BB02616A36D}"/>
              </a:ext>
            </a:extLst>
          </p:cNvPr>
          <p:cNvPicPr>
            <a:picLocks noChangeAspect="1"/>
          </p:cNvPicPr>
          <p:nvPr/>
        </p:nvPicPr>
        <p:blipFill>
          <a:blip r:embed="rId6"/>
          <a:stretch>
            <a:fillRect/>
          </a:stretch>
        </p:blipFill>
        <p:spPr>
          <a:xfrm>
            <a:off x="2699792" y="620688"/>
            <a:ext cx="2028825" cy="1585620"/>
          </a:xfrm>
          <a:prstGeom prst="rect">
            <a:avLst/>
          </a:prstGeom>
          <a:ln>
            <a:noFill/>
          </a:ln>
          <a:effectLst>
            <a:outerShdw blurRad="292100" dist="139700" dir="2700000" algn="tl" rotWithShape="0">
              <a:srgbClr val="333333">
                <a:alpha val="65000"/>
              </a:srgbClr>
            </a:outerShdw>
          </a:effectLst>
        </p:spPr>
      </p:pic>
      <p:pic>
        <p:nvPicPr>
          <p:cNvPr id="34" name="Image 33">
            <a:extLst>
              <a:ext uri="{FF2B5EF4-FFF2-40B4-BE49-F238E27FC236}">
                <a16:creationId xmlns:a16="http://schemas.microsoft.com/office/drawing/2014/main" id="{4895FB28-7CFD-41B9-8AC9-8EBFDD3E9FD1}"/>
              </a:ext>
            </a:extLst>
          </p:cNvPr>
          <p:cNvPicPr>
            <a:picLocks noChangeAspect="1"/>
          </p:cNvPicPr>
          <p:nvPr/>
        </p:nvPicPr>
        <p:blipFill>
          <a:blip r:embed="rId7"/>
          <a:stretch>
            <a:fillRect/>
          </a:stretch>
        </p:blipFill>
        <p:spPr>
          <a:xfrm>
            <a:off x="4720793" y="620687"/>
            <a:ext cx="1932914" cy="1819502"/>
          </a:xfrm>
          <a:prstGeom prst="rect">
            <a:avLst/>
          </a:prstGeom>
          <a:ln>
            <a:noFill/>
          </a:ln>
          <a:effectLst>
            <a:outerShdw blurRad="292100" dist="139700" dir="2700000" algn="tl" rotWithShape="0">
              <a:srgbClr val="333333">
                <a:alpha val="65000"/>
              </a:srgbClr>
            </a:outerShdw>
          </a:effectLst>
        </p:spPr>
      </p:pic>
      <p:pic>
        <p:nvPicPr>
          <p:cNvPr id="36" name="Image 35">
            <a:extLst>
              <a:ext uri="{FF2B5EF4-FFF2-40B4-BE49-F238E27FC236}">
                <a16:creationId xmlns:a16="http://schemas.microsoft.com/office/drawing/2014/main" id="{8EA61D6D-1241-4193-B576-1F97432B615E}"/>
              </a:ext>
            </a:extLst>
          </p:cNvPr>
          <p:cNvPicPr>
            <a:picLocks noChangeAspect="1"/>
          </p:cNvPicPr>
          <p:nvPr/>
        </p:nvPicPr>
        <p:blipFill>
          <a:blip r:embed="rId8"/>
          <a:stretch>
            <a:fillRect/>
          </a:stretch>
        </p:blipFill>
        <p:spPr>
          <a:xfrm>
            <a:off x="6825219" y="4580451"/>
            <a:ext cx="2082486" cy="1592199"/>
          </a:xfrm>
          <a:prstGeom prst="rect">
            <a:avLst/>
          </a:prstGeom>
          <a:ln>
            <a:noFill/>
          </a:ln>
          <a:effectLst>
            <a:outerShdw blurRad="292100" dist="139700" dir="2700000" algn="tl" rotWithShape="0">
              <a:srgbClr val="333333">
                <a:alpha val="65000"/>
              </a:srgbClr>
            </a:outerShdw>
          </a:effectLst>
        </p:spPr>
      </p:pic>
      <p:pic>
        <p:nvPicPr>
          <p:cNvPr id="38" name="Image 37">
            <a:extLst>
              <a:ext uri="{FF2B5EF4-FFF2-40B4-BE49-F238E27FC236}">
                <a16:creationId xmlns:a16="http://schemas.microsoft.com/office/drawing/2014/main" id="{1546FDC5-F79E-4ED4-8EDD-B26C19B38D4C}"/>
              </a:ext>
            </a:extLst>
          </p:cNvPr>
          <p:cNvPicPr>
            <a:picLocks noChangeAspect="1"/>
          </p:cNvPicPr>
          <p:nvPr/>
        </p:nvPicPr>
        <p:blipFill>
          <a:blip r:embed="rId9"/>
          <a:stretch>
            <a:fillRect/>
          </a:stretch>
        </p:blipFill>
        <p:spPr>
          <a:xfrm>
            <a:off x="6811863" y="620687"/>
            <a:ext cx="2224459" cy="158562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Thème Offic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9</Slides>
  <Notes>6</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Thème Office</vt:lpstr>
      <vt:lpstr>PowerPoint Presentation</vt:lpstr>
      <vt:lpstr> Outline</vt:lpstr>
      <vt:lpstr>Context and motivations (1/3)</vt:lpstr>
      <vt:lpstr>Context and motivations (2/3)</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PC</dc:creator>
  <cp:revision>3</cp:revision>
  <dcterms:created xsi:type="dcterms:W3CDTF">2016-03-26T17:11:38Z</dcterms:created>
  <dcterms:modified xsi:type="dcterms:W3CDTF">2026-08-06T17:57:33Z</dcterms:modified>
</cp:coreProperties>
</file>