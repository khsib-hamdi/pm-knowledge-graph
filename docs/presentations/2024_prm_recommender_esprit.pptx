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8" r:id="rId2"/>
    <p:sldId id="279" r:id="rId3"/>
    <p:sldId id="280" r:id="rId4"/>
    <p:sldId id="281" r:id="rId5"/>
    <p:sldId id="303" r:id="rId6"/>
    <p:sldId id="305" r:id="rId7"/>
    <p:sldId id="306" r:id="rId8"/>
    <p:sldId id="324" r:id="rId9"/>
    <p:sldId id="326" r:id="rId10"/>
    <p:sldId id="308" r:id="rId11"/>
    <p:sldId id="330" r:id="rId12"/>
    <p:sldId id="328" r:id="rId13"/>
    <p:sldId id="334" r:id="rId14"/>
    <p:sldId id="329" r:id="rId15"/>
    <p:sldId id="331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3333FF"/>
    <a:srgbClr val="0033CC"/>
    <a:srgbClr val="CC0000"/>
    <a:srgbClr val="516C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16FE00-488A-EEC3-C0B9-008C37F550DE}" v="2" dt="2024-11-11T17:53:03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sine BEN BELGACEM" userId="S::yassine.benbelgacem@esprit.tn::2f1463d2-6eab-4c16-a1da-c2422d978c35" providerId="AD" clId="Web-{989A03D7-C679-228C-8187-F8970F2030E4}"/>
    <pc:docChg chg="modSld">
      <pc:chgData name="Yassine BEN BELGACEM" userId="S::yassine.benbelgacem@esprit.tn::2f1463d2-6eab-4c16-a1da-c2422d978c35" providerId="AD" clId="Web-{989A03D7-C679-228C-8187-F8970F2030E4}" dt="2024-10-06T16:41:49.658" v="1"/>
      <pc:docMkLst>
        <pc:docMk/>
      </pc:docMkLst>
      <pc:sldChg chg="modSp">
        <pc:chgData name="Yassine BEN BELGACEM" userId="S::yassine.benbelgacem@esprit.tn::2f1463d2-6eab-4c16-a1da-c2422d978c35" providerId="AD" clId="Web-{989A03D7-C679-228C-8187-F8970F2030E4}" dt="2024-10-06T16:41:49.658" v="1"/>
        <pc:sldMkLst>
          <pc:docMk/>
          <pc:sldMk cId="0" sldId="281"/>
        </pc:sldMkLst>
        <pc:picChg chg="mod modCrop">
          <ac:chgData name="Yassine BEN BELGACEM" userId="S::yassine.benbelgacem@esprit.tn::2f1463d2-6eab-4c16-a1da-c2422d978c35" providerId="AD" clId="Web-{989A03D7-C679-228C-8187-F8970F2030E4}" dt="2024-10-06T16:41:49.658" v="1"/>
          <ac:picMkLst>
            <pc:docMk/>
            <pc:sldMk cId="0" sldId="281"/>
            <ac:picMk id="60" creationId="{D2A46999-E016-4EE5-8C84-63E55FFACFED}"/>
          </ac:picMkLst>
        </pc:picChg>
      </pc:sldChg>
    </pc:docChg>
  </pc:docChgLst>
  <pc:docChgLst>
    <pc:chgData clId="Web-{65DC716F-6547-5FE1-BF55-8203023CD2AA}"/>
    <pc:docChg chg="modSld">
      <pc:chgData name="" userId="" providerId="" clId="Web-{65DC716F-6547-5FE1-BF55-8203023CD2AA}" dt="2024-10-02T19:56:30.695" v="1" actId="1076"/>
      <pc:docMkLst>
        <pc:docMk/>
      </pc:docMkLst>
      <pc:sldChg chg="modSp">
        <pc:chgData name="" userId="" providerId="" clId="Web-{65DC716F-6547-5FE1-BF55-8203023CD2AA}" dt="2024-10-02T19:56:30.695" v="1" actId="1076"/>
        <pc:sldMkLst>
          <pc:docMk/>
          <pc:sldMk cId="0" sldId="278"/>
        </pc:sldMkLst>
        <pc:spChg chg="mod">
          <ac:chgData name="" userId="" providerId="" clId="Web-{65DC716F-6547-5FE1-BF55-8203023CD2AA}" dt="2024-10-02T19:56:30.695" v="1" actId="1076"/>
          <ac:spMkLst>
            <pc:docMk/>
            <pc:sldMk cId="0" sldId="278"/>
            <ac:spMk id="10" creationId="{00000000-0000-0000-0000-000000000000}"/>
          </ac:spMkLst>
        </pc:spChg>
      </pc:sldChg>
    </pc:docChg>
  </pc:docChgLst>
  <pc:docChgLst>
    <pc:chgData name="Mohamed Skander GHARBI" userId="S::medskander.gharbi@esprit.tn::4897b068-d9c3-4e92-9e3c-cf5f093fa22a" providerId="AD" clId="Web-{1FD766BC-227E-559E-C87C-2713C9C7ABA7}"/>
    <pc:docChg chg="sldOrd">
      <pc:chgData name="Mohamed Skander GHARBI" userId="S::medskander.gharbi@esprit.tn::4897b068-d9c3-4e92-9e3c-cf5f093fa22a" providerId="AD" clId="Web-{1FD766BC-227E-559E-C87C-2713C9C7ABA7}" dt="2024-09-15T15:51:51.248" v="1"/>
      <pc:docMkLst>
        <pc:docMk/>
      </pc:docMkLst>
      <pc:sldChg chg="ord">
        <pc:chgData name="Mohamed Skander GHARBI" userId="S::medskander.gharbi@esprit.tn::4897b068-d9c3-4e92-9e3c-cf5f093fa22a" providerId="AD" clId="Web-{1FD766BC-227E-559E-C87C-2713C9C7ABA7}" dt="2024-09-15T15:51:51.248" v="1"/>
        <pc:sldMkLst>
          <pc:docMk/>
          <pc:sldMk cId="0" sldId="324"/>
        </pc:sldMkLst>
      </pc:sldChg>
    </pc:docChg>
  </pc:docChgLst>
  <pc:docChgLst>
    <pc:chgData name="Yassine MNASRI" userId="S::yassine.mnasri@esprit.tn::219f22e6-ec87-4385-905c-7a7345ae3902" providerId="AD" clId="Web-{3816FE00-488A-EEC3-C0B9-008C37F550DE}"/>
    <pc:docChg chg="modSld">
      <pc:chgData name="Yassine MNASRI" userId="S::yassine.mnasri@esprit.tn::219f22e6-ec87-4385-905c-7a7345ae3902" providerId="AD" clId="Web-{3816FE00-488A-EEC3-C0B9-008C37F550DE}" dt="2024-11-11T17:53:03.895" v="1" actId="1076"/>
      <pc:docMkLst>
        <pc:docMk/>
      </pc:docMkLst>
      <pc:sldChg chg="modSp">
        <pc:chgData name="Yassine MNASRI" userId="S::yassine.mnasri@esprit.tn::219f22e6-ec87-4385-905c-7a7345ae3902" providerId="AD" clId="Web-{3816FE00-488A-EEC3-C0B9-008C37F550DE}" dt="2024-11-11T17:53:03.895" v="1" actId="1076"/>
        <pc:sldMkLst>
          <pc:docMk/>
          <pc:sldMk cId="948758693" sldId="328"/>
        </pc:sldMkLst>
        <pc:picChg chg="mod">
          <ac:chgData name="Yassine MNASRI" userId="S::yassine.mnasri@esprit.tn::219f22e6-ec87-4385-905c-7a7345ae3902" providerId="AD" clId="Web-{3816FE00-488A-EEC3-C0B9-008C37F550DE}" dt="2024-11-11T17:53:03.895" v="1" actId="1076"/>
          <ac:picMkLst>
            <pc:docMk/>
            <pc:sldMk cId="948758693" sldId="328"/>
            <ac:picMk id="3" creationId="{510E622D-7AC2-47EC-9B40-B30C1B7634CC}"/>
          </ac:picMkLst>
        </pc:picChg>
      </pc:sldChg>
    </pc:docChg>
  </pc:docChgLst>
  <pc:docChgLst>
    <pc:chgData name="Salma GANNOUNI" userId="S::salma.gannouni@esprit.tn::ea9273a5-6437-4b07-abbb-0dc8cc37f803" providerId="AD" clId="Web-{7B84DEA6-E861-17C4-1035-754A7048A2C3}"/>
    <pc:docChg chg="modSld">
      <pc:chgData name="Salma GANNOUNI" userId="S::salma.gannouni@esprit.tn::ea9273a5-6437-4b07-abbb-0dc8cc37f803" providerId="AD" clId="Web-{7B84DEA6-E861-17C4-1035-754A7048A2C3}" dt="2024-09-18T10:50:34.541" v="1" actId="1076"/>
      <pc:docMkLst>
        <pc:docMk/>
      </pc:docMkLst>
      <pc:sldChg chg="modSp">
        <pc:chgData name="Salma GANNOUNI" userId="S::salma.gannouni@esprit.tn::ea9273a5-6437-4b07-abbb-0dc8cc37f803" providerId="AD" clId="Web-{7B84DEA6-E861-17C4-1035-754A7048A2C3}" dt="2024-09-18T10:50:34.541" v="1" actId="1076"/>
        <pc:sldMkLst>
          <pc:docMk/>
          <pc:sldMk cId="0" sldId="281"/>
        </pc:sldMkLst>
        <pc:spChg chg="mod">
          <ac:chgData name="Salma GANNOUNI" userId="S::salma.gannouni@esprit.tn::ea9273a5-6437-4b07-abbb-0dc8cc37f803" providerId="AD" clId="Web-{7B84DEA6-E861-17C4-1035-754A7048A2C3}" dt="2024-09-18T10:50:34.541" v="1" actId="1076"/>
          <ac:spMkLst>
            <pc:docMk/>
            <pc:sldMk cId="0" sldId="281"/>
            <ac:spMk id="32" creationId="{32C3200E-86D0-44FE-BB83-06D56E9713DE}"/>
          </ac:spMkLst>
        </pc:spChg>
      </pc:sldChg>
    </pc:docChg>
  </pc:docChgLst>
  <pc:docChgLst>
    <pc:chgData name="Hiba CHAFROUD" userId="S::hiba.chafroud@esprit.tn::3577663f-ed99-4704-91a8-d84bbf24eaf4" providerId="AD" clId="Web-{3C1732D4-7317-8E54-5094-D69E21E93267}"/>
    <pc:docChg chg="modSld">
      <pc:chgData name="Hiba CHAFROUD" userId="S::hiba.chafroud@esprit.tn::3577663f-ed99-4704-91a8-d84bbf24eaf4" providerId="AD" clId="Web-{3C1732D4-7317-8E54-5094-D69E21E93267}" dt="2024-09-18T19:21:04.928" v="6" actId="1076"/>
      <pc:docMkLst>
        <pc:docMk/>
      </pc:docMkLst>
      <pc:sldChg chg="modSp">
        <pc:chgData name="Hiba CHAFROUD" userId="S::hiba.chafroud@esprit.tn::3577663f-ed99-4704-91a8-d84bbf24eaf4" providerId="AD" clId="Web-{3C1732D4-7317-8E54-5094-D69E21E93267}" dt="2024-09-18T19:21:04.928" v="6" actId="1076"/>
        <pc:sldMkLst>
          <pc:docMk/>
          <pc:sldMk cId="0" sldId="324"/>
        </pc:sldMkLst>
        <pc:picChg chg="mod">
          <ac:chgData name="Hiba CHAFROUD" userId="S::hiba.chafroud@esprit.tn::3577663f-ed99-4704-91a8-d84bbf24eaf4" providerId="AD" clId="Web-{3C1732D4-7317-8E54-5094-D69E21E93267}" dt="2024-09-18T18:49:47.368" v="2" actId="1076"/>
          <ac:picMkLst>
            <pc:docMk/>
            <pc:sldMk cId="0" sldId="324"/>
            <ac:picMk id="3" creationId="{BC446328-99C2-4D33-A9F6-D76487FA2A60}"/>
          </ac:picMkLst>
        </pc:picChg>
        <pc:picChg chg="mod">
          <ac:chgData name="Hiba CHAFROUD" userId="S::hiba.chafroud@esprit.tn::3577663f-ed99-4704-91a8-d84bbf24eaf4" providerId="AD" clId="Web-{3C1732D4-7317-8E54-5094-D69E21E93267}" dt="2024-09-18T19:21:04.928" v="6" actId="1076"/>
          <ac:picMkLst>
            <pc:docMk/>
            <pc:sldMk cId="0" sldId="324"/>
            <ac:picMk id="6" creationId="{CBDCC098-5FD6-4F29-B58B-CB4C28B70CE9}"/>
          </ac:picMkLst>
        </pc:picChg>
      </pc:sldChg>
    </pc:docChg>
  </pc:docChgLst>
  <pc:docChgLst>
    <pc:chgData name="Mohamed Aziz BOUZID" userId="S::mohamedaziz.bouzid@esprit.tn::cd5cd2e9-60ad-4c0d-b1b1-a19f1613c046" providerId="AD" clId="Web-{31AA8F3A-3599-E217-7E9E-BAB24CBB9077}"/>
    <pc:docChg chg="modSld">
      <pc:chgData name="Mohamed Aziz BOUZID" userId="S::mohamedaziz.bouzid@esprit.tn::cd5cd2e9-60ad-4c0d-b1b1-a19f1613c046" providerId="AD" clId="Web-{31AA8F3A-3599-E217-7E9E-BAB24CBB9077}" dt="2024-09-14T13:06:42.006" v="9" actId="14100"/>
      <pc:docMkLst>
        <pc:docMk/>
      </pc:docMkLst>
      <pc:sldChg chg="modSp">
        <pc:chgData name="Mohamed Aziz BOUZID" userId="S::mohamedaziz.bouzid@esprit.tn::cd5cd2e9-60ad-4c0d-b1b1-a19f1613c046" providerId="AD" clId="Web-{31AA8F3A-3599-E217-7E9E-BAB24CBB9077}" dt="2024-09-14T13:06:36.647" v="7" actId="1076"/>
        <pc:sldMkLst>
          <pc:docMk/>
          <pc:sldMk cId="0" sldId="281"/>
        </pc:sldMkLst>
        <pc:spChg chg="mod">
          <ac:chgData name="Mohamed Aziz BOUZID" userId="S::mohamedaziz.bouzid@esprit.tn::cd5cd2e9-60ad-4c0d-b1b1-a19f1613c046" providerId="AD" clId="Web-{31AA8F3A-3599-E217-7E9E-BAB24CBB9077}" dt="2024-09-14T13:06:36.647" v="7" actId="1076"/>
          <ac:spMkLst>
            <pc:docMk/>
            <pc:sldMk cId="0" sldId="281"/>
            <ac:spMk id="30" creationId="{A9DE3B18-9D9E-4057-AE20-C8177616013D}"/>
          </ac:spMkLst>
        </pc:spChg>
        <pc:spChg chg="mod">
          <ac:chgData name="Mohamed Aziz BOUZID" userId="S::mohamedaziz.bouzid@esprit.tn::cd5cd2e9-60ad-4c0d-b1b1-a19f1613c046" providerId="AD" clId="Web-{31AA8F3A-3599-E217-7E9E-BAB24CBB9077}" dt="2024-09-14T12:51:33.498" v="0" actId="14100"/>
          <ac:spMkLst>
            <pc:docMk/>
            <pc:sldMk cId="0" sldId="281"/>
            <ac:spMk id="32" creationId="{32C3200E-86D0-44FE-BB83-06D56E9713DE}"/>
          </ac:spMkLst>
        </pc:spChg>
      </pc:sldChg>
      <pc:sldChg chg="modSp">
        <pc:chgData name="Mohamed Aziz BOUZID" userId="S::mohamedaziz.bouzid@esprit.tn::cd5cd2e9-60ad-4c0d-b1b1-a19f1613c046" providerId="AD" clId="Web-{31AA8F3A-3599-E217-7E9E-BAB24CBB9077}" dt="2024-09-14T13:06:42.006" v="9" actId="14100"/>
        <pc:sldMkLst>
          <pc:docMk/>
          <pc:sldMk cId="666779836" sldId="330"/>
        </pc:sldMkLst>
        <pc:picChg chg="mod">
          <ac:chgData name="Mohamed Aziz BOUZID" userId="S::mohamedaziz.bouzid@esprit.tn::cd5cd2e9-60ad-4c0d-b1b1-a19f1613c046" providerId="AD" clId="Web-{31AA8F3A-3599-E217-7E9E-BAB24CBB9077}" dt="2024-09-14T13:06:42.006" v="9" actId="14100"/>
          <ac:picMkLst>
            <pc:docMk/>
            <pc:sldMk cId="666779836" sldId="330"/>
            <ac:picMk id="19" creationId="{B8739140-D45C-415C-AE8E-013103070E30}"/>
          </ac:picMkLst>
        </pc:picChg>
      </pc:sldChg>
    </pc:docChg>
  </pc:docChgLst>
  <pc:docChgLst>
    <pc:chgData name="Mohamed Yacine BEN ABDA" userId="S::mohamedyacine.benabda@esprit.tn::f7a9c7ab-3769-4d79-805d-c5ce93516394" providerId="AD" clId="Web-{44ED1449-CB68-B10F-35DF-C65A6423C55D}"/>
    <pc:docChg chg="modSld">
      <pc:chgData name="Mohamed Yacine BEN ABDA" userId="S::mohamedyacine.benabda@esprit.tn::f7a9c7ab-3769-4d79-805d-c5ce93516394" providerId="AD" clId="Web-{44ED1449-CB68-B10F-35DF-C65A6423C55D}" dt="2024-09-12T11:12:00.584" v="2" actId="1076"/>
      <pc:docMkLst>
        <pc:docMk/>
      </pc:docMkLst>
      <pc:sldChg chg="modSp">
        <pc:chgData name="Mohamed Yacine BEN ABDA" userId="S::mohamedyacine.benabda@esprit.tn::f7a9c7ab-3769-4d79-805d-c5ce93516394" providerId="AD" clId="Web-{44ED1449-CB68-B10F-35DF-C65A6423C55D}" dt="2024-09-12T11:12:00.584" v="2" actId="1076"/>
        <pc:sldMkLst>
          <pc:docMk/>
          <pc:sldMk cId="0" sldId="281"/>
        </pc:sldMkLst>
        <pc:spChg chg="mod">
          <ac:chgData name="Mohamed Yacine BEN ABDA" userId="S::mohamedyacine.benabda@esprit.tn::f7a9c7ab-3769-4d79-805d-c5ce93516394" providerId="AD" clId="Web-{44ED1449-CB68-B10F-35DF-C65A6423C55D}" dt="2024-09-12T11:11:41.927" v="1" actId="14100"/>
          <ac:spMkLst>
            <pc:docMk/>
            <pc:sldMk cId="0" sldId="281"/>
            <ac:spMk id="30" creationId="{A9DE3B18-9D9E-4057-AE20-C8177616013D}"/>
          </ac:spMkLst>
        </pc:spChg>
        <pc:grpChg chg="mod">
          <ac:chgData name="Mohamed Yacine BEN ABDA" userId="S::mohamedyacine.benabda@esprit.tn::f7a9c7ab-3769-4d79-805d-c5ce93516394" providerId="AD" clId="Web-{44ED1449-CB68-B10F-35DF-C65A6423C55D}" dt="2024-09-12T11:12:00.584" v="2" actId="1076"/>
          <ac:grpSpMkLst>
            <pc:docMk/>
            <pc:sldMk cId="0" sldId="281"/>
            <ac:grpSpMk id="70" creationId="{5744BA07-DF24-42A4-BB07-0703E4E09786}"/>
          </ac:grpSpMkLst>
        </pc:grpChg>
      </pc:sldChg>
    </pc:docChg>
  </pc:docChgLst>
  <pc:docChgLst>
    <pc:chgData name="Slim ZOUARI" userId="S::slim.zouari@esprit.tn::e93c12c9-eff6-4c4f-ba49-87d9ab51994c" providerId="AD" clId="Web-{5003A2D1-BEAE-1318-B807-6BBE61FBF371}"/>
    <pc:docChg chg="modSld">
      <pc:chgData name="Slim ZOUARI" userId="S::slim.zouari@esprit.tn::e93c12c9-eff6-4c4f-ba49-87d9ab51994c" providerId="AD" clId="Web-{5003A2D1-BEAE-1318-B807-6BBE61FBF371}" dt="2024-09-25T13:35:15.859" v="4" actId="1076"/>
      <pc:docMkLst>
        <pc:docMk/>
      </pc:docMkLst>
      <pc:sldChg chg="modSp">
        <pc:chgData name="Slim ZOUARI" userId="S::slim.zouari@esprit.tn::e93c12c9-eff6-4c4f-ba49-87d9ab51994c" providerId="AD" clId="Web-{5003A2D1-BEAE-1318-B807-6BBE61FBF371}" dt="2024-09-25T13:35:15.859" v="4" actId="1076"/>
        <pc:sldMkLst>
          <pc:docMk/>
          <pc:sldMk cId="948758693" sldId="328"/>
        </pc:sldMkLst>
        <pc:picChg chg="mod">
          <ac:chgData name="Slim ZOUARI" userId="S::slim.zouari@esprit.tn::e93c12c9-eff6-4c4f-ba49-87d9ab51994c" providerId="AD" clId="Web-{5003A2D1-BEAE-1318-B807-6BBE61FBF371}" dt="2024-09-25T13:35:15.859" v="4" actId="1076"/>
          <ac:picMkLst>
            <pc:docMk/>
            <pc:sldMk cId="948758693" sldId="328"/>
            <ac:picMk id="3" creationId="{510E622D-7AC2-47EC-9B40-B30C1B7634CC}"/>
          </ac:picMkLst>
        </pc:picChg>
      </pc:sldChg>
    </pc:docChg>
  </pc:docChgLst>
  <pc:docChgLst>
    <pc:chgData name="Montassar BOULARES" userId="S::boulares.montassar@esprit.tn::95fa762d-d4f0-4001-9e66-f252210bd84c" providerId="AD" clId="Web-{4C4FE6D9-95CD-E954-A894-FF25861FD275}"/>
    <pc:docChg chg="sldOrd">
      <pc:chgData name="Montassar BOULARES" userId="S::boulares.montassar@esprit.tn::95fa762d-d4f0-4001-9e66-f252210bd84c" providerId="AD" clId="Web-{4C4FE6D9-95CD-E954-A894-FF25861FD275}" dt="2024-10-04T11:06:31.279" v="0"/>
      <pc:docMkLst>
        <pc:docMk/>
      </pc:docMkLst>
      <pc:sldChg chg="ord">
        <pc:chgData name="Montassar BOULARES" userId="S::boulares.montassar@esprit.tn::95fa762d-d4f0-4001-9e66-f252210bd84c" providerId="AD" clId="Web-{4C4FE6D9-95CD-E954-A894-FF25861FD275}" dt="2024-10-04T11:06:31.279" v="0"/>
        <pc:sldMkLst>
          <pc:docMk/>
          <pc:sldMk cId="0" sldId="308"/>
        </pc:sldMkLst>
      </pc:sldChg>
    </pc:docChg>
  </pc:docChgLst>
  <pc:docChgLst>
    <pc:chgData name="Chems KALFALLAH" userId="S::kalfallah.chems@esprit.tn::43c52d72-cfc5-41e4-a89e-c2f864fe295d" providerId="AD" clId="Web-{DCE7BE38-9BFF-7728-E5D1-AA99DDE311D2}"/>
    <pc:docChg chg="modSld">
      <pc:chgData name="Chems KALFALLAH" userId="S::kalfallah.chems@esprit.tn::43c52d72-cfc5-41e4-a89e-c2f864fe295d" providerId="AD" clId="Web-{DCE7BE38-9BFF-7728-E5D1-AA99DDE311D2}" dt="2024-09-17T12:51:35.804" v="4" actId="20577"/>
      <pc:docMkLst>
        <pc:docMk/>
      </pc:docMkLst>
      <pc:sldChg chg="modSp">
        <pc:chgData name="Chems KALFALLAH" userId="S::kalfallah.chems@esprit.tn::43c52d72-cfc5-41e4-a89e-c2f864fe295d" providerId="AD" clId="Web-{DCE7BE38-9BFF-7728-E5D1-AA99DDE311D2}" dt="2024-09-17T12:51:35.804" v="4" actId="20577"/>
        <pc:sldMkLst>
          <pc:docMk/>
          <pc:sldMk cId="0" sldId="278"/>
        </pc:sldMkLst>
        <pc:spChg chg="mod">
          <ac:chgData name="Chems KALFALLAH" userId="S::kalfallah.chems@esprit.tn::43c52d72-cfc5-41e4-a89e-c2f864fe295d" providerId="AD" clId="Web-{DCE7BE38-9BFF-7728-E5D1-AA99DDE311D2}" dt="2024-09-17T12:51:35.804" v="4" actId="20577"/>
          <ac:spMkLst>
            <pc:docMk/>
            <pc:sldMk cId="0" sldId="278"/>
            <ac:spMk id="10" creationId="{00000000-0000-0000-0000-000000000000}"/>
          </ac:spMkLst>
        </pc:spChg>
      </pc:sldChg>
    </pc:docChg>
  </pc:docChgLst>
  <pc:docChgLst>
    <pc:chgData name="Maryem BEN GHOUMA" userId="S::maryem.benghouma@esprit.tn::835d7860-aa16-4955-a56d-4336133ac6b4" providerId="AD" clId="Web-{6DE53DB2-D898-E7E7-1909-D47D120917E3}"/>
    <pc:docChg chg="modSld">
      <pc:chgData name="Maryem BEN GHOUMA" userId="S::maryem.benghouma@esprit.tn::835d7860-aa16-4955-a56d-4336133ac6b4" providerId="AD" clId="Web-{6DE53DB2-D898-E7E7-1909-D47D120917E3}" dt="2024-09-18T09:34:19.928" v="0" actId="14100"/>
      <pc:docMkLst>
        <pc:docMk/>
      </pc:docMkLst>
      <pc:sldChg chg="modSp">
        <pc:chgData name="Maryem BEN GHOUMA" userId="S::maryem.benghouma@esprit.tn::835d7860-aa16-4955-a56d-4336133ac6b4" providerId="AD" clId="Web-{6DE53DB2-D898-E7E7-1909-D47D120917E3}" dt="2024-09-18T09:34:19.928" v="0" actId="14100"/>
        <pc:sldMkLst>
          <pc:docMk/>
          <pc:sldMk cId="0" sldId="281"/>
        </pc:sldMkLst>
        <pc:spChg chg="mod">
          <ac:chgData name="Maryem BEN GHOUMA" userId="S::maryem.benghouma@esprit.tn::835d7860-aa16-4955-a56d-4336133ac6b4" providerId="AD" clId="Web-{6DE53DB2-D898-E7E7-1909-D47D120917E3}" dt="2024-09-18T09:34:19.928" v="0" actId="14100"/>
          <ac:spMkLst>
            <pc:docMk/>
            <pc:sldMk cId="0" sldId="281"/>
            <ac:spMk id="32" creationId="{32C3200E-86D0-44FE-BB83-06D56E9713DE}"/>
          </ac:spMkLst>
        </pc:spChg>
      </pc:sldChg>
    </pc:docChg>
  </pc:docChgLst>
  <pc:docChgLst>
    <pc:chgData clId="Web-{EB07D969-33E9-5AC4-ADAD-7C612240F2C4}"/>
    <pc:docChg chg="modSld">
      <pc:chgData name="" userId="" providerId="" clId="Web-{EB07D969-33E9-5AC4-ADAD-7C612240F2C4}" dt="2024-10-08T15:40:02.245" v="0" actId="1076"/>
      <pc:docMkLst>
        <pc:docMk/>
      </pc:docMkLst>
      <pc:sldChg chg="modSp">
        <pc:chgData name="" userId="" providerId="" clId="Web-{EB07D969-33E9-5AC4-ADAD-7C612240F2C4}" dt="2024-10-08T15:40:02.245" v="0" actId="1076"/>
        <pc:sldMkLst>
          <pc:docMk/>
          <pc:sldMk cId="0" sldId="278"/>
        </pc:sldMkLst>
        <pc:picChg chg="mod">
          <ac:chgData name="" userId="" providerId="" clId="Web-{EB07D969-33E9-5AC4-ADAD-7C612240F2C4}" dt="2024-10-08T15:40:02.245" v="0" actId="1076"/>
          <ac:picMkLst>
            <pc:docMk/>
            <pc:sldMk cId="0" sldId="278"/>
            <ac:picMk id="3" creationId="{365B715B-CC8B-437B-AB24-249ACE83C8E3}"/>
          </ac:picMkLst>
        </pc:picChg>
      </pc:sldChg>
    </pc:docChg>
  </pc:docChgLst>
  <pc:docChgLst>
    <pc:chgData name="Mohamed Ali MARRAKCHI" userId="S::mohamedali.marrakchi@esprit.tn::2b0e29d0-f00c-42aa-a00d-84e56f3d02f9" providerId="AD" clId="Web-{E8715635-A60A-466D-B508-93BB9ADC393B}"/>
    <pc:docChg chg="modSld">
      <pc:chgData name="Mohamed Ali MARRAKCHI" userId="S::mohamedali.marrakchi@esprit.tn::2b0e29d0-f00c-42aa-a00d-84e56f3d02f9" providerId="AD" clId="Web-{E8715635-A60A-466D-B508-93BB9ADC393B}" dt="2024-09-19T15:05:30.697" v="3" actId="14100"/>
      <pc:docMkLst>
        <pc:docMk/>
      </pc:docMkLst>
      <pc:sldChg chg="modSp">
        <pc:chgData name="Mohamed Ali MARRAKCHI" userId="S::mohamedali.marrakchi@esprit.tn::2b0e29d0-f00c-42aa-a00d-84e56f3d02f9" providerId="AD" clId="Web-{E8715635-A60A-466D-B508-93BB9ADC393B}" dt="2024-09-19T15:05:30.697" v="3" actId="14100"/>
        <pc:sldMkLst>
          <pc:docMk/>
          <pc:sldMk cId="0" sldId="326"/>
        </pc:sldMkLst>
        <pc:spChg chg="mod">
          <ac:chgData name="Mohamed Ali MARRAKCHI" userId="S::mohamedali.marrakchi@esprit.tn::2b0e29d0-f00c-42aa-a00d-84e56f3d02f9" providerId="AD" clId="Web-{E8715635-A60A-466D-B508-93BB9ADC393B}" dt="2024-09-19T15:05:30.697" v="3" actId="14100"/>
          <ac:spMkLst>
            <pc:docMk/>
            <pc:sldMk cId="0" sldId="326"/>
            <ac:spMk id="4097" creationId="{00000000-0000-0000-0000-000000000000}"/>
          </ac:spMkLst>
        </pc:spChg>
      </pc:sldChg>
    </pc:docChg>
  </pc:docChgLst>
  <pc:docChgLst>
    <pc:chgData name="Hiba CHAFROUD" userId="S::hiba.chafroud@esprit.tn::3577663f-ed99-4704-91a8-d84bbf24eaf4" providerId="AD" clId="Web-{950E46BB-DE88-C982-AF05-99D91E793DC2}"/>
    <pc:docChg chg="modSld">
      <pc:chgData name="Hiba CHAFROUD" userId="S::hiba.chafroud@esprit.tn::3577663f-ed99-4704-91a8-d84bbf24eaf4" providerId="AD" clId="Web-{950E46BB-DE88-C982-AF05-99D91E793DC2}" dt="2024-09-18T11:15:38.744" v="0" actId="1076"/>
      <pc:docMkLst>
        <pc:docMk/>
      </pc:docMkLst>
      <pc:sldChg chg="modSp">
        <pc:chgData name="Hiba CHAFROUD" userId="S::hiba.chafroud@esprit.tn::3577663f-ed99-4704-91a8-d84bbf24eaf4" providerId="AD" clId="Web-{950E46BB-DE88-C982-AF05-99D91E793DC2}" dt="2024-09-18T11:15:38.744" v="0" actId="1076"/>
        <pc:sldMkLst>
          <pc:docMk/>
          <pc:sldMk cId="0" sldId="281"/>
        </pc:sldMkLst>
        <pc:spChg chg="mod">
          <ac:chgData name="Hiba CHAFROUD" userId="S::hiba.chafroud@esprit.tn::3577663f-ed99-4704-91a8-d84bbf24eaf4" providerId="AD" clId="Web-{950E46BB-DE88-C982-AF05-99D91E793DC2}" dt="2024-09-18T11:15:38.744" v="0" actId="1076"/>
          <ac:spMkLst>
            <pc:docMk/>
            <pc:sldMk cId="0" sldId="281"/>
            <ac:spMk id="30" creationId="{A9DE3B18-9D9E-4057-AE20-C8177616013D}"/>
          </ac:spMkLst>
        </pc:spChg>
      </pc:sldChg>
    </pc:docChg>
  </pc:docChgLst>
  <pc:docChgLst>
    <pc:chgData name="Malek AMRI" userId="S::malek.amri@esprit.tn::9f510893-311b-4460-b3bd-ac804c2b9776" providerId="AD" clId="Web-{EB07D969-33E9-5AC4-ADAD-7C612240F2C4}"/>
    <pc:docChg chg="modSld">
      <pc:chgData name="Malek AMRI" userId="S::malek.amri@esprit.tn::9f510893-311b-4460-b3bd-ac804c2b9776" providerId="AD" clId="Web-{EB07D969-33E9-5AC4-ADAD-7C612240F2C4}" dt="2024-10-08T15:45:42.475" v="2" actId="1076"/>
      <pc:docMkLst>
        <pc:docMk/>
      </pc:docMkLst>
      <pc:sldChg chg="modSp">
        <pc:chgData name="Malek AMRI" userId="S::malek.amri@esprit.tn::9f510893-311b-4460-b3bd-ac804c2b9776" providerId="AD" clId="Web-{EB07D969-33E9-5AC4-ADAD-7C612240F2C4}" dt="2024-10-08T15:45:42.475" v="2" actId="1076"/>
        <pc:sldMkLst>
          <pc:docMk/>
          <pc:sldMk cId="0" sldId="278"/>
        </pc:sldMkLst>
        <pc:picChg chg="mod">
          <ac:chgData name="Malek AMRI" userId="S::malek.amri@esprit.tn::9f510893-311b-4460-b3bd-ac804c2b9776" providerId="AD" clId="Web-{EB07D969-33E9-5AC4-ADAD-7C612240F2C4}" dt="2024-10-08T15:45:42.475" v="2" actId="1076"/>
          <ac:picMkLst>
            <pc:docMk/>
            <pc:sldMk cId="0" sldId="278"/>
            <ac:picMk id="2" creationId="{2811BAF4-0061-481E-9BCC-DFF3D1E0174A}"/>
          </ac:picMkLst>
        </pc:picChg>
      </pc:sldChg>
    </pc:docChg>
  </pc:docChgLst>
  <pc:docChgLst>
    <pc:chgData name="Nour EL GHALI" userId="S::nour.elghali@esprit.tn::d236476b-677e-428f-b825-d0c7f4c815df" providerId="AD" clId="Web-{173E01F4-4D4E-E17A-AC71-218269FA8C63}"/>
    <pc:docChg chg="modSld">
      <pc:chgData name="Nour EL GHALI" userId="S::nour.elghali@esprit.tn::d236476b-677e-428f-b825-d0c7f4c815df" providerId="AD" clId="Web-{173E01F4-4D4E-E17A-AC71-218269FA8C63}" dt="2024-09-19T20:30:55.917" v="2" actId="1076"/>
      <pc:docMkLst>
        <pc:docMk/>
      </pc:docMkLst>
      <pc:sldChg chg="modSp">
        <pc:chgData name="Nour EL GHALI" userId="S::nour.elghali@esprit.tn::d236476b-677e-428f-b825-d0c7f4c815df" providerId="AD" clId="Web-{173E01F4-4D4E-E17A-AC71-218269FA8C63}" dt="2024-09-19T19:45:49.519" v="1" actId="1076"/>
        <pc:sldMkLst>
          <pc:docMk/>
          <pc:sldMk cId="948758693" sldId="328"/>
        </pc:sldMkLst>
        <pc:picChg chg="mod">
          <ac:chgData name="Nour EL GHALI" userId="S::nour.elghali@esprit.tn::d236476b-677e-428f-b825-d0c7f4c815df" providerId="AD" clId="Web-{173E01F4-4D4E-E17A-AC71-218269FA8C63}" dt="2024-09-19T19:45:49.519" v="1" actId="1076"/>
          <ac:picMkLst>
            <pc:docMk/>
            <pc:sldMk cId="948758693" sldId="328"/>
            <ac:picMk id="3" creationId="{510E622D-7AC2-47EC-9B40-B30C1B7634CC}"/>
          </ac:picMkLst>
        </pc:picChg>
      </pc:sldChg>
      <pc:sldChg chg="modSp">
        <pc:chgData name="Nour EL GHALI" userId="S::nour.elghali@esprit.tn::d236476b-677e-428f-b825-d0c7f4c815df" providerId="AD" clId="Web-{173E01F4-4D4E-E17A-AC71-218269FA8C63}" dt="2024-09-19T20:30:55.917" v="2" actId="1076"/>
        <pc:sldMkLst>
          <pc:docMk/>
          <pc:sldMk cId="666779836" sldId="330"/>
        </pc:sldMkLst>
        <pc:picChg chg="mod">
          <ac:chgData name="Nour EL GHALI" userId="S::nour.elghali@esprit.tn::d236476b-677e-428f-b825-d0c7f4c815df" providerId="AD" clId="Web-{173E01F4-4D4E-E17A-AC71-218269FA8C63}" dt="2024-09-19T20:30:55.917" v="2" actId="1076"/>
          <ac:picMkLst>
            <pc:docMk/>
            <pc:sldMk cId="666779836" sldId="330"/>
            <ac:picMk id="19" creationId="{B8739140-D45C-415C-AE8E-013103070E30}"/>
          </ac:picMkLst>
        </pc:picChg>
      </pc:sldChg>
    </pc:docChg>
  </pc:docChgLst>
  <pc:docChgLst>
    <pc:chgData name="Mohamed Yacine BEN ABDA" userId="S::mohamedyacine.benabda@esprit.tn::f7a9c7ab-3769-4d79-805d-c5ce93516394" providerId="AD" clId="Web-{B66DCA6C-6D78-BC4C-3AC3-2449BDA1AB99}"/>
    <pc:docChg chg="modSld">
      <pc:chgData name="Mohamed Yacine BEN ABDA" userId="S::mohamedyacine.benabda@esprit.tn::f7a9c7ab-3769-4d79-805d-c5ce93516394" providerId="AD" clId="Web-{B66DCA6C-6D78-BC4C-3AC3-2449BDA1AB99}" dt="2024-09-18T11:02:54.046" v="1" actId="1076"/>
      <pc:docMkLst>
        <pc:docMk/>
      </pc:docMkLst>
      <pc:sldChg chg="modSp">
        <pc:chgData name="Mohamed Yacine BEN ABDA" userId="S::mohamedyacine.benabda@esprit.tn::f7a9c7ab-3769-4d79-805d-c5ce93516394" providerId="AD" clId="Web-{B66DCA6C-6D78-BC4C-3AC3-2449BDA1AB99}" dt="2024-09-18T11:02:54.046" v="1" actId="1076"/>
        <pc:sldMkLst>
          <pc:docMk/>
          <pc:sldMk cId="0" sldId="280"/>
        </pc:sldMkLst>
        <pc:grpChg chg="mod">
          <ac:chgData name="Mohamed Yacine BEN ABDA" userId="S::mohamedyacine.benabda@esprit.tn::f7a9c7ab-3769-4d79-805d-c5ce93516394" providerId="AD" clId="Web-{B66DCA6C-6D78-BC4C-3AC3-2449BDA1AB99}" dt="2024-09-18T11:02:54.046" v="1" actId="1076"/>
          <ac:grpSpMkLst>
            <pc:docMk/>
            <pc:sldMk cId="0" sldId="280"/>
            <ac:grpSpMk id="24" creationId="{FF84B974-2B2A-4C1C-936F-B7B840B7705C}"/>
          </ac:grpSpMkLst>
        </pc:grpChg>
      </pc:sldChg>
    </pc:docChg>
  </pc:docChgLst>
  <pc:docChgLst>
    <pc:chgData name="Arafet MARNISSI" userId="S::marnissi.arafet@esprit.tn::ad0ade90-aa6e-434f-9afd-411eb8b9a665" providerId="AD" clId="Web-{F2D42D91-35D0-7698-A71A-BD7EE501CC3C}"/>
    <pc:docChg chg="modSld">
      <pc:chgData name="Arafet MARNISSI" userId="S::marnissi.arafet@esprit.tn::ad0ade90-aa6e-434f-9afd-411eb8b9a665" providerId="AD" clId="Web-{F2D42D91-35D0-7698-A71A-BD7EE501CC3C}" dt="2024-10-04T22:54:00.491" v="1" actId="1076"/>
      <pc:docMkLst>
        <pc:docMk/>
      </pc:docMkLst>
      <pc:sldChg chg="modSp">
        <pc:chgData name="Arafet MARNISSI" userId="S::marnissi.arafet@esprit.tn::ad0ade90-aa6e-434f-9afd-411eb8b9a665" providerId="AD" clId="Web-{F2D42D91-35D0-7698-A71A-BD7EE501CC3C}" dt="2024-10-04T22:54:00.491" v="1" actId="1076"/>
        <pc:sldMkLst>
          <pc:docMk/>
          <pc:sldMk cId="666779836" sldId="330"/>
        </pc:sldMkLst>
        <pc:picChg chg="mod">
          <ac:chgData name="Arafet MARNISSI" userId="S::marnissi.arafet@esprit.tn::ad0ade90-aa6e-434f-9afd-411eb8b9a665" providerId="AD" clId="Web-{F2D42D91-35D0-7698-A71A-BD7EE501CC3C}" dt="2024-10-04T22:54:00.491" v="1" actId="1076"/>
          <ac:picMkLst>
            <pc:docMk/>
            <pc:sldMk cId="666779836" sldId="330"/>
            <ac:picMk id="19" creationId="{B8739140-D45C-415C-AE8E-013103070E30}"/>
          </ac:picMkLst>
        </pc:picChg>
      </pc:sldChg>
    </pc:docChg>
  </pc:docChgLst>
  <pc:docChgLst>
    <pc:chgData name="Hamdi KHSIB" userId="S::khsib.hamdi@esprit.tn::24b73a40-e631-446d-a0b1-5dc4b29edbe7" providerId="AD" clId="Web-{3B43FEFE-B9EE-CCD8-0B20-EC7CE0F26D71}"/>
    <pc:docChg chg="modSld">
      <pc:chgData name="Hamdi KHSIB" userId="S::khsib.hamdi@esprit.tn::24b73a40-e631-446d-a0b1-5dc4b29edbe7" providerId="AD" clId="Web-{3B43FEFE-B9EE-CCD8-0B20-EC7CE0F26D71}" dt="2024-09-21T17:26:14.971" v="0" actId="1076"/>
      <pc:docMkLst>
        <pc:docMk/>
      </pc:docMkLst>
      <pc:sldChg chg="modSp">
        <pc:chgData name="Hamdi KHSIB" userId="S::khsib.hamdi@esprit.tn::24b73a40-e631-446d-a0b1-5dc4b29edbe7" providerId="AD" clId="Web-{3B43FEFE-B9EE-CCD8-0B20-EC7CE0F26D71}" dt="2024-09-21T17:26:14.971" v="0" actId="1076"/>
        <pc:sldMkLst>
          <pc:docMk/>
          <pc:sldMk cId="0" sldId="303"/>
        </pc:sldMkLst>
        <pc:picChg chg="mod">
          <ac:chgData name="Hamdi KHSIB" userId="S::khsib.hamdi@esprit.tn::24b73a40-e631-446d-a0b1-5dc4b29edbe7" providerId="AD" clId="Web-{3B43FEFE-B9EE-CCD8-0B20-EC7CE0F26D71}" dt="2024-09-21T17:26:14.971" v="0" actId="1076"/>
          <ac:picMkLst>
            <pc:docMk/>
            <pc:sldMk cId="0" sldId="303"/>
            <ac:picMk id="114" creationId="{883D1F77-A0A1-4426-B765-F46C62D4EEFD}"/>
          </ac:picMkLst>
        </pc:picChg>
      </pc:sldChg>
    </pc:docChg>
  </pc:docChgLst>
  <pc:docChgLst>
    <pc:chgData name="Yassine BEN BELGACEM" userId="S::yassine.benbelgacem@esprit.tn::2f1463d2-6eab-4c16-a1da-c2422d978c35" providerId="AD" clId="Web-{E261AA3A-B4C6-B4AB-6C1D-E73805A063E5}"/>
    <pc:docChg chg="modSld">
      <pc:chgData name="Yassine BEN BELGACEM" userId="S::yassine.benbelgacem@esprit.tn::2f1463d2-6eab-4c16-a1da-c2422d978c35" providerId="AD" clId="Web-{E261AA3A-B4C6-B4AB-6C1D-E73805A063E5}" dt="2024-09-16T15:00:50.939" v="0" actId="14100"/>
      <pc:docMkLst>
        <pc:docMk/>
      </pc:docMkLst>
      <pc:sldChg chg="modSp">
        <pc:chgData name="Yassine BEN BELGACEM" userId="S::yassine.benbelgacem@esprit.tn::2f1463d2-6eab-4c16-a1da-c2422d978c35" providerId="AD" clId="Web-{E261AA3A-B4C6-B4AB-6C1D-E73805A063E5}" dt="2024-09-16T15:00:50.939" v="0" actId="14100"/>
        <pc:sldMkLst>
          <pc:docMk/>
          <pc:sldMk cId="1325930210" sldId="334"/>
        </pc:sldMkLst>
        <pc:picChg chg="mod">
          <ac:chgData name="Yassine BEN BELGACEM" userId="S::yassine.benbelgacem@esprit.tn::2f1463d2-6eab-4c16-a1da-c2422d978c35" providerId="AD" clId="Web-{E261AA3A-B4C6-B4AB-6C1D-E73805A063E5}" dt="2024-09-16T15:00:50.939" v="0" actId="14100"/>
          <ac:picMkLst>
            <pc:docMk/>
            <pc:sldMk cId="1325930210" sldId="334"/>
            <ac:picMk id="38" creationId="{6D0D4715-541A-4FE2-8B02-2346084668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DD371-92E8-461C-8341-BC4217964515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88553-CAC0-4125-84E3-E154321D6DD1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88553-CAC0-4125-84E3-E154321D6DD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16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Clr>
                <a:srgbClr val="C00000"/>
              </a:buClr>
            </a:pP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88553-CAC0-4125-84E3-E154321D6DD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527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88553-CAC0-4125-84E3-E154321D6DD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00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88553-CAC0-4125-84E3-E154321D6DD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715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2B9F3-3D6D-4639-BDBD-4094056D8CEA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7BDA-41E1-4B2E-BC10-708CFAA5D523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7EAD6-A07F-4057-AB03-A50872239ABB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16EB-D012-4DAA-9025-8206BD4D6E9C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FF79-D5A7-4727-BE22-19C58772BBD1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1E49-D75A-4573-8EEC-50E70F4CFBDE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05F37-DF27-434F-8E73-4513DA2B2A31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7BFEF-43A0-4DE5-894C-C7CCF3744E80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EC15-233B-468A-9A4D-149FF7F164B8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7DC-0552-42AD-B5A9-F77658027767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3322-96EE-43E5-8D99-9B2B2F91F395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A7789-7666-4FFA-8C8A-1C6EE96D5460}" type="datetime1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81328-B085-4EFE-901B-9AC4850B2600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PRMoverview.pn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gif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20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tiff"/><Relationship Id="rId5" Type="http://schemas.openxmlformats.org/officeDocument/2006/relationships/image" Target="../media/image20.gif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20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tiff"/><Relationship Id="rId3" Type="http://schemas.openxmlformats.org/officeDocument/2006/relationships/image" Target="../media/image2.png"/><Relationship Id="rId7" Type="http://schemas.openxmlformats.org/officeDocument/2006/relationships/image" Target="../media/image36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0.gif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0.gif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857356" y="3643314"/>
            <a:ext cx="5715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Supervised By :</a:t>
            </a:r>
          </a:p>
          <a:p>
            <a:pPr algn="ctr"/>
            <a:r>
              <a:rPr 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 &amp; cognition Team</a:t>
            </a:r>
            <a:endParaRPr lang="en-US" b="1" i="1"/>
          </a:p>
          <a:p>
            <a:r>
              <a:rPr lang="en-US" b="1" i="1"/>
              <a:t>     </a:t>
            </a:r>
            <a:endParaRPr lang="fr-FR" b="1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714348" y="1928802"/>
            <a:ext cx="8072494" cy="1500198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714348" y="2000240"/>
            <a:ext cx="8001056" cy="95410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A knowledge graph  Based on  recommender system  for monitoring Risk issues on PM  </a:t>
            </a:r>
            <a:endParaRPr lang="fr-FR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13"/>
          <p:cNvSpPr txBox="1"/>
          <p:nvPr/>
        </p:nvSpPr>
        <p:spPr>
          <a:xfrm>
            <a:off x="2071670" y="6652463"/>
            <a:ext cx="5857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1200" b="1">
                <a:solidFill>
                  <a:schemeClr val="bg1"/>
                </a:solidFill>
              </a:rPr>
              <a:t>Esprit  </a:t>
            </a:r>
            <a:r>
              <a:rPr lang="fr-FR" sz="1200" b="1" err="1">
                <a:solidFill>
                  <a:schemeClr val="bg1"/>
                </a:solidFill>
              </a:rPr>
              <a:t>Tunisia</a:t>
            </a:r>
            <a:r>
              <a:rPr lang="fr-FR" sz="1200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1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857752" y="214290"/>
            <a:ext cx="328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IA &amp; Cognition project</a:t>
            </a:r>
          </a:p>
          <a:p>
            <a:pPr algn="ctr"/>
            <a:r>
              <a:rPr lang="en-US" b="1">
                <a:solidFill>
                  <a:schemeClr val="bg1"/>
                </a:solidFill>
              </a:rPr>
              <a:t> [5 DS]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65B715B-CC8B-437B-AB24-249ACE83C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129" y="591812"/>
            <a:ext cx="1143000" cy="46672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E1C974F-E617-48C8-9289-E611350F66C7}"/>
              </a:ext>
            </a:extLst>
          </p:cNvPr>
          <p:cNvSpPr txBox="1"/>
          <p:nvPr/>
        </p:nvSpPr>
        <p:spPr>
          <a:xfrm>
            <a:off x="353214" y="6597352"/>
            <a:ext cx="46474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[2024-2025 ]</a:t>
            </a:r>
            <a:endParaRPr lang="en-US" sz="1400"/>
          </a:p>
        </p:txBody>
      </p:sp>
      <p:pic>
        <p:nvPicPr>
          <p:cNvPr id="2" name="Google Shape;69;p1">
            <a:extLst>
              <a:ext uri="{FF2B5EF4-FFF2-40B4-BE49-F238E27FC236}">
                <a16:creationId xmlns:a16="http://schemas.microsoft.com/office/drawing/2014/main" id="{2811BAF4-0061-481E-9BCC-DFF3D1E01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163" y="3449"/>
            <a:ext cx="1386445" cy="532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2</a:t>
            </a:fld>
            <a:endParaRPr lang="fr-FR" b="1">
              <a:solidFill>
                <a:schemeClr val="bg1"/>
              </a:solidFill>
            </a:endParaRP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1048391"/>
            <a:ext cx="9144000" cy="428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ZoneTexte 15"/>
          <p:cNvSpPr txBox="1"/>
          <p:nvPr/>
        </p:nvSpPr>
        <p:spPr>
          <a:xfrm>
            <a:off x="-32" y="976954"/>
            <a:ext cx="164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chemeClr val="bg1"/>
                </a:solidFill>
                <a:latin typeface="+mj-lt"/>
                <a:cs typeface="Times New Roman" pitchFamily="18" charset="0"/>
              </a:rPr>
              <a:t>Outline</a:t>
            </a: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72" y="1928802"/>
            <a:ext cx="500400" cy="512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Organigramme : Alternative 16"/>
          <p:cNvSpPr/>
          <p:nvPr/>
        </p:nvSpPr>
        <p:spPr>
          <a:xfrm>
            <a:off x="1142976" y="1928802"/>
            <a:ext cx="6072230" cy="500066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000" b="1">
                <a:solidFill>
                  <a:srgbClr val="3333FF"/>
                </a:solidFill>
                <a:latin typeface="+mj-lt"/>
                <a:cs typeface="Andalus" pitchFamily="18" charset="-78"/>
              </a:rPr>
              <a:t>IA Project  Context &amp; Motivation</a:t>
            </a: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22382" y="2500306"/>
            <a:ext cx="500400" cy="520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Organigramme : Alternative 17"/>
          <p:cNvSpPr/>
          <p:nvPr/>
        </p:nvSpPr>
        <p:spPr>
          <a:xfrm>
            <a:off x="1142976" y="2500306"/>
            <a:ext cx="7858180" cy="500066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indent="-571500"/>
            <a:r>
              <a:rPr lang="en-US" sz="2000" b="1">
                <a:solidFill>
                  <a:srgbClr val="3333FF"/>
                </a:solidFill>
                <a:cs typeface="Andalus" pitchFamily="18" charset="-78"/>
              </a:rPr>
              <a:t>Project outlines  </a:t>
            </a:r>
          </a:p>
        </p:txBody>
      </p:sp>
      <p:pic>
        <p:nvPicPr>
          <p:cNvPr id="31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71471" y="3214687"/>
            <a:ext cx="463383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Organigramme : Alternative 31"/>
          <p:cNvSpPr/>
          <p:nvPr/>
        </p:nvSpPr>
        <p:spPr>
          <a:xfrm>
            <a:off x="1142976" y="3214687"/>
            <a:ext cx="7858180" cy="500066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indent="-571500"/>
            <a:r>
              <a:rPr lang="en-US" sz="2000" b="1">
                <a:solidFill>
                  <a:srgbClr val="3333FF"/>
                </a:solidFill>
                <a:cs typeface="Andalus" pitchFamily="18" charset="-78"/>
              </a:rPr>
              <a:t> </a:t>
            </a:r>
            <a:r>
              <a:rPr lang="en-GB" sz="2000" b="1">
                <a:solidFill>
                  <a:srgbClr val="3333FF"/>
                </a:solidFill>
                <a:cs typeface="Andalus" pitchFamily="18" charset="-78"/>
              </a:rPr>
              <a:t>prototypes with </a:t>
            </a:r>
            <a:r>
              <a:rPr lang="en-US" sz="2000" b="1">
                <a:solidFill>
                  <a:srgbClr val="3333FF"/>
                </a:solidFill>
                <a:cs typeface="Andalus" pitchFamily="18" charset="-78"/>
              </a:rPr>
              <a:t>Illustrations </a:t>
            </a:r>
          </a:p>
        </p:txBody>
      </p:sp>
      <p:sp>
        <p:nvSpPr>
          <p:cNvPr id="34" name="Organigramme : Alternative 33"/>
          <p:cNvSpPr/>
          <p:nvPr/>
        </p:nvSpPr>
        <p:spPr>
          <a:xfrm>
            <a:off x="1142976" y="3929066"/>
            <a:ext cx="7858180" cy="500066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indent="-571500"/>
            <a:endParaRPr lang="en-US" sz="2000" b="1">
              <a:solidFill>
                <a:srgbClr val="3333FF"/>
              </a:solidFill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32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3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714348" y="4357694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AutoShape 11"/>
          <p:cNvSpPr>
            <a:spLocks noChangeArrowheads="1"/>
          </p:cNvSpPr>
          <p:nvPr/>
        </p:nvSpPr>
        <p:spPr bwMode="gray">
          <a:xfrm>
            <a:off x="714348" y="4929198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gray">
          <a:xfrm>
            <a:off x="714348" y="4929198"/>
            <a:ext cx="428628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gray">
          <a:xfrm>
            <a:off x="785786" y="4357694"/>
            <a:ext cx="357190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" name="Flèche droite 37"/>
          <p:cNvSpPr/>
          <p:nvPr/>
        </p:nvSpPr>
        <p:spPr>
          <a:xfrm>
            <a:off x="571472" y="4143380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èche droite 40"/>
          <p:cNvSpPr/>
          <p:nvPr/>
        </p:nvSpPr>
        <p:spPr>
          <a:xfrm>
            <a:off x="571472" y="4714884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643438" y="142852"/>
            <a:ext cx="1909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>
                <a:solidFill>
                  <a:schemeClr val="bg1"/>
                </a:solidFill>
                <a:cs typeface="Andalus" pitchFamily="18" charset="-78"/>
              </a:rPr>
              <a:t>IA project Context</a:t>
            </a:r>
          </a:p>
        </p:txBody>
      </p:sp>
      <p:sp>
        <p:nvSpPr>
          <p:cNvPr id="17" name="Flèche droite 16"/>
          <p:cNvSpPr/>
          <p:nvPr/>
        </p:nvSpPr>
        <p:spPr>
          <a:xfrm>
            <a:off x="571472" y="5214950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èche droite 20"/>
          <p:cNvSpPr/>
          <p:nvPr/>
        </p:nvSpPr>
        <p:spPr>
          <a:xfrm>
            <a:off x="571472" y="5929330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D1C7C105-1310-44D5-B25C-FFC8BC5E086D}"/>
              </a:ext>
            </a:extLst>
          </p:cNvPr>
          <p:cNvGrpSpPr/>
          <p:nvPr/>
        </p:nvGrpSpPr>
        <p:grpSpPr>
          <a:xfrm>
            <a:off x="534576" y="3612096"/>
            <a:ext cx="8241779" cy="2979893"/>
            <a:chOff x="200414" y="552158"/>
            <a:chExt cx="8366048" cy="97240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050D162-8138-4C82-922A-203B4D336E21}"/>
                </a:ext>
              </a:extLst>
            </p:cNvPr>
            <p:cNvSpPr/>
            <p:nvPr/>
          </p:nvSpPr>
          <p:spPr>
            <a:xfrm>
              <a:off x="200414" y="669647"/>
              <a:ext cx="8345007" cy="85491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lnSpc>
                  <a:spcPct val="150000"/>
                </a:lnSpc>
                <a:buClr>
                  <a:schemeClr val="accent3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GB" sz="1600" b="1">
                  <a:solidFill>
                    <a:schemeClr val="tx1"/>
                  </a:solidFill>
                  <a:latin typeface="Garamond" pitchFamily="18" charset="0"/>
                </a:rPr>
                <a:t>Inadequate </a:t>
              </a:r>
              <a:r>
                <a:rPr lang="en-US" sz="1600" b="1">
                  <a:solidFill>
                    <a:schemeClr val="tx1"/>
                  </a:solidFill>
                  <a:latin typeface="Garamond" pitchFamily="18" charset="0"/>
                </a:rPr>
                <a:t>standardization of </a:t>
              </a:r>
              <a:r>
                <a:rPr lang="en-US" sz="1600" b="1">
                  <a:solidFill>
                    <a:srgbClr val="FF0000"/>
                  </a:solidFill>
                  <a:latin typeface="Garamond" pitchFamily="18" charset="0"/>
                </a:rPr>
                <a:t>PRM terminologies </a:t>
              </a:r>
              <a:r>
                <a:rPr lang="en-US" sz="1600">
                  <a:solidFill>
                    <a:srgbClr val="3333FF"/>
                  </a:solidFill>
                  <a:latin typeface="Garamond" pitchFamily="18" charset="0"/>
                </a:rPr>
                <a:t>[Verner &amp; Sarwar, 2022]</a:t>
              </a:r>
              <a:r>
                <a:rPr lang="en-US" sz="1600">
                  <a:solidFill>
                    <a:schemeClr val="tx1"/>
                  </a:solidFill>
                  <a:latin typeface="Garamond" pitchFamily="18" charset="0"/>
                </a:rPr>
                <a:t>. </a:t>
              </a:r>
              <a:endParaRPr lang="en-US" sz="1600" b="1">
                <a:solidFill>
                  <a:schemeClr val="tx1"/>
                </a:solidFill>
                <a:latin typeface="Garamond" pitchFamily="18" charset="0"/>
                <a:sym typeface="Wingdings"/>
              </a:endParaRPr>
            </a:p>
            <a:p>
              <a:pPr marL="342900" indent="-342900" algn="l">
                <a:lnSpc>
                  <a:spcPct val="150000"/>
                </a:lnSpc>
                <a:buClr>
                  <a:schemeClr val="accent3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GB" sz="1600" b="1">
                  <a:solidFill>
                    <a:schemeClr val="tx1"/>
                  </a:solidFill>
                  <a:latin typeface="Garamond" pitchFamily="18" charset="0"/>
                </a:rPr>
                <a:t>The lack of </a:t>
              </a:r>
              <a:r>
                <a:rPr lang="en-GB" sz="1600" b="1">
                  <a:solidFill>
                    <a:srgbClr val="FF0000"/>
                  </a:solidFill>
                  <a:latin typeface="Garamond" pitchFamily="18" charset="0"/>
                </a:rPr>
                <a:t>a cohesive body of knowledge </a:t>
              </a:r>
              <a:r>
                <a:rPr lang="en-GB" sz="1600" b="1">
                  <a:solidFill>
                    <a:schemeClr val="tx1"/>
                  </a:solidFill>
                  <a:latin typeface="Garamond" pitchFamily="18" charset="0"/>
                </a:rPr>
                <a:t>with a </a:t>
              </a:r>
              <a:r>
                <a:rPr lang="en-GB" sz="1600" b="1">
                  <a:solidFill>
                    <a:srgbClr val="FF0000"/>
                  </a:solidFill>
                  <a:latin typeface="Garamond" pitchFamily="18" charset="0"/>
                </a:rPr>
                <a:t>shared conceptual  model </a:t>
              </a:r>
              <a:r>
                <a:rPr lang="en-GB" sz="1600" b="1">
                  <a:solidFill>
                    <a:schemeClr val="tx1"/>
                  </a:solidFill>
                  <a:latin typeface="Garamond" pitchFamily="18" charset="0"/>
                </a:rPr>
                <a:t>among</a:t>
              </a:r>
            </a:p>
            <a:p>
              <a:pPr algn="l">
                <a:lnSpc>
                  <a:spcPct val="150000"/>
                </a:lnSpc>
                <a:buClr>
                  <a:schemeClr val="accent3">
                    <a:lumMod val="75000"/>
                  </a:schemeClr>
                </a:buClr>
              </a:pPr>
              <a:r>
                <a:rPr lang="en-GB" sz="1600" b="1">
                  <a:solidFill>
                    <a:srgbClr val="FF0000"/>
                  </a:solidFill>
                  <a:latin typeface="Garamond" pitchFamily="18" charset="0"/>
                </a:rPr>
                <a:t>       </a:t>
              </a:r>
              <a:r>
                <a:rPr lang="en-GB" sz="1600" b="1">
                  <a:solidFill>
                    <a:schemeClr val="tx1"/>
                  </a:solidFill>
                  <a:latin typeface="Garamond" pitchFamily="18" charset="0"/>
                </a:rPr>
                <a:t>project stakeholders </a:t>
              </a:r>
              <a:r>
                <a:rPr lang="en-US" sz="1600">
                  <a:solidFill>
                    <a:srgbClr val="3333FF"/>
                  </a:solidFill>
                  <a:latin typeface="Garamond" pitchFamily="18" charset="0"/>
                </a:rPr>
                <a:t>[ Toskova, 2019]</a:t>
              </a:r>
              <a:r>
                <a:rPr lang="en-US" sz="1600">
                  <a:solidFill>
                    <a:schemeClr val="tx1"/>
                  </a:solidFill>
                  <a:latin typeface="Garamond" pitchFamily="18" charset="0"/>
                </a:rPr>
                <a:t>.</a:t>
              </a:r>
            </a:p>
            <a:p>
              <a:pPr marL="285750" indent="-285750" algn="l">
                <a:lnSpc>
                  <a:spcPct val="150000"/>
                </a:lnSpc>
                <a:buClr>
                  <a:schemeClr val="accent3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GB" sz="1600" b="1">
                  <a:solidFill>
                    <a:schemeClr val="tx1"/>
                  </a:solidFill>
                  <a:latin typeface="Garamond" panose="02020404030301010803" pitchFamily="18" charset="0"/>
                </a:rPr>
                <a:t>Different overlapping PM best practices, </a:t>
              </a:r>
              <a:r>
                <a:rPr lang="en-US" sz="1600" b="1">
                  <a:solidFill>
                    <a:schemeClr val="tx1"/>
                  </a:solidFill>
                  <a:latin typeface="Garamond" panose="02020404030301010803" pitchFamily="18" charset="0"/>
                </a:rPr>
                <a:t>standards and guidelines</a:t>
              </a:r>
              <a:r>
                <a:rPr lang="en-US" sz="1600" b="0" i="0" u="none" strike="noStrike" baseline="0">
                  <a:latin typeface="Garamond" panose="02020404030301010803" pitchFamily="18" charset="0"/>
                </a:rPr>
                <a:t> </a:t>
              </a:r>
              <a:r>
                <a:rPr lang="en-US" sz="1600">
                  <a:solidFill>
                    <a:srgbClr val="3333FF"/>
                  </a:solidFill>
                  <a:latin typeface="Garamond" panose="02020404030301010803" pitchFamily="18" charset="0"/>
                </a:rPr>
                <a:t>[ Almessabi, 2020]</a:t>
              </a:r>
              <a:r>
                <a:rPr lang="en-US" sz="1600">
                  <a:solidFill>
                    <a:schemeClr val="tx1"/>
                  </a:solidFill>
                  <a:latin typeface="Garamond" panose="02020404030301010803" pitchFamily="18" charset="0"/>
                </a:rPr>
                <a:t>.</a:t>
              </a:r>
            </a:p>
            <a:p>
              <a:pPr marL="285750" indent="-285750">
                <a:lnSpc>
                  <a:spcPct val="150000"/>
                </a:lnSpc>
                <a:buClr>
                  <a:schemeClr val="accent3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GB" sz="1600" b="1">
                  <a:solidFill>
                    <a:schemeClr val="tx1"/>
                  </a:solidFill>
                  <a:latin typeface="Garamond" pitchFamily="18" charset="0"/>
                </a:rPr>
                <a:t>PM frameworks language is </a:t>
              </a:r>
              <a:r>
                <a:rPr lang="en-GB" sz="1600" b="1">
                  <a:solidFill>
                    <a:srgbClr val="FF0000"/>
                  </a:solidFill>
                  <a:latin typeface="Garamond" pitchFamily="18" charset="0"/>
                </a:rPr>
                <a:t>not computer interpretable </a:t>
              </a:r>
              <a:r>
                <a:rPr lang="en-GB" sz="1600">
                  <a:solidFill>
                    <a:srgbClr val="3333FF"/>
                  </a:solidFill>
                  <a:latin typeface="Garamond" pitchFamily="18" charset="0"/>
                </a:rPr>
                <a:t>[ </a:t>
              </a:r>
              <a:r>
                <a:rPr lang="en-US" sz="1600">
                  <a:solidFill>
                    <a:srgbClr val="3333FF"/>
                  </a:solidFill>
                  <a:latin typeface="Garamond" pitchFamily="18" charset="0"/>
                </a:rPr>
                <a:t>Park &amp; Park, 2021]</a:t>
              </a:r>
              <a:r>
                <a:rPr lang="en-US" sz="1600">
                  <a:solidFill>
                    <a:schemeClr val="tx1"/>
                  </a:solidFill>
                  <a:latin typeface="Garamond" pitchFamily="18" charset="0"/>
                </a:rPr>
                <a:t>. </a:t>
              </a:r>
            </a:p>
            <a:p>
              <a:pPr marL="285750" indent="-285750">
                <a:lnSpc>
                  <a:spcPct val="150000"/>
                </a:lnSpc>
                <a:buClr>
                  <a:schemeClr val="accent3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600" b="1">
                  <a:solidFill>
                    <a:schemeClr val="tx1"/>
                  </a:solidFill>
                  <a:latin typeface="Garamond" pitchFamily="18" charset="0"/>
                  <a:sym typeface="Wingdings"/>
                </a:rPr>
                <a:t> </a:t>
              </a:r>
              <a:r>
                <a:rPr lang="en-US" sz="1600" b="1">
                  <a:solidFill>
                    <a:schemeClr val="tx1"/>
                  </a:solidFill>
                  <a:latin typeface="Garamond" pitchFamily="18" charset="0"/>
                </a:rPr>
                <a:t>Some processes such as risk monitoring and risk control, are not yet  integrated on IA tools.</a:t>
              </a:r>
              <a:endParaRPr lang="fr-FR" sz="1600" b="1">
                <a:solidFill>
                  <a:schemeClr val="tx1"/>
                </a:solidFill>
                <a:latin typeface="Garamond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accent3">
                    <a:lumMod val="75000"/>
                  </a:schemeClr>
                </a:buClr>
                <a:buFont typeface="Arial" panose="020B0604020202020204" pitchFamily="34" charset="0"/>
                <a:buChar char="•"/>
              </a:pPr>
              <a:endParaRPr lang="en-US" sz="1600" b="1">
                <a:solidFill>
                  <a:schemeClr val="tx1"/>
                </a:solidFill>
                <a:latin typeface="Garamond" pitchFamily="18" charset="0"/>
                <a:sym typeface="Wingdings"/>
              </a:endParaRPr>
            </a:p>
            <a:p>
              <a:pPr>
                <a:lnSpc>
                  <a:spcPct val="150000"/>
                </a:lnSpc>
                <a:buClr>
                  <a:schemeClr val="accent3">
                    <a:lumMod val="75000"/>
                  </a:schemeClr>
                </a:buClr>
              </a:pPr>
              <a:br>
                <a:rPr lang="fi-FI" sz="1600" b="1">
                  <a:solidFill>
                    <a:schemeClr val="tx1"/>
                  </a:solidFill>
                  <a:latin typeface="Garamond" pitchFamily="18" charset="0"/>
                </a:rPr>
              </a:br>
              <a:endParaRPr lang="fi-FI" sz="1600" b="1">
                <a:solidFill>
                  <a:schemeClr val="tx1"/>
                </a:solidFill>
                <a:latin typeface="Garamond" pitchFamily="18" charset="0"/>
              </a:endParaRPr>
            </a:p>
            <a:p>
              <a:pPr marL="179388" indent="-179388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>
                  <a:solidFill>
                    <a:schemeClr val="tx1"/>
                  </a:solidFill>
                  <a:latin typeface="Garamond" pitchFamily="18" charset="0"/>
                </a:rPr>
                <a:t> </a:t>
              </a:r>
              <a:br>
                <a:rPr lang="en-US">
                  <a:solidFill>
                    <a:schemeClr val="tx1"/>
                  </a:solidFill>
                </a:rPr>
              </a:br>
              <a:r>
                <a:rPr lang="en-US">
                  <a:solidFill>
                    <a:schemeClr val="tx1"/>
                  </a:solidFill>
                </a:rPr>
                <a:t>                                                                                                                                    </a:t>
              </a:r>
            </a:p>
          </p:txBody>
        </p:sp>
        <p:sp>
          <p:nvSpPr>
            <p:cNvPr id="30" name="Round Same Side Corner Rectangle 17">
              <a:extLst>
                <a:ext uri="{FF2B5EF4-FFF2-40B4-BE49-F238E27FC236}">
                  <a16:creationId xmlns:a16="http://schemas.microsoft.com/office/drawing/2014/main" id="{EF8CDDA1-ED73-4EDB-B268-FB7E7FA0B204}"/>
                </a:ext>
              </a:extLst>
            </p:cNvPr>
            <p:cNvSpPr/>
            <p:nvPr/>
          </p:nvSpPr>
          <p:spPr>
            <a:xfrm>
              <a:off x="200414" y="552158"/>
              <a:ext cx="8366048" cy="117476"/>
            </a:xfrm>
            <a:prstGeom prst="round2Same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>
                  <a:solidFill>
                    <a:schemeClr val="bg1"/>
                  </a:solidFill>
                  <a:latin typeface="Garamond" pitchFamily="18" charset="0"/>
                </a:rPr>
                <a:t>Project </a:t>
              </a:r>
              <a:r>
                <a:rPr lang="fr-FR" sz="1600" b="1" err="1">
                  <a:solidFill>
                    <a:schemeClr val="bg1"/>
                  </a:solidFill>
                  <a:latin typeface="Garamond" pitchFamily="18" charset="0"/>
                </a:rPr>
                <a:t>Failures</a:t>
              </a:r>
              <a:endParaRPr lang="fr-FR" sz="1600">
                <a:solidFill>
                  <a:srgbClr val="C00000"/>
                </a:solidFill>
                <a:latin typeface="Garamond" pitchFamily="18" charset="0"/>
              </a:endParaRPr>
            </a:p>
          </p:txBody>
        </p:sp>
      </p:grpSp>
      <p:grpSp>
        <p:nvGrpSpPr>
          <p:cNvPr id="24" name="Group 139">
            <a:extLst>
              <a:ext uri="{FF2B5EF4-FFF2-40B4-BE49-F238E27FC236}">
                <a16:creationId xmlns:a16="http://schemas.microsoft.com/office/drawing/2014/main" id="{FF84B974-2B2A-4C1C-936F-B7B840B7705C}"/>
              </a:ext>
            </a:extLst>
          </p:cNvPr>
          <p:cNvGrpSpPr>
            <a:grpSpLocks/>
          </p:cNvGrpSpPr>
          <p:nvPr/>
        </p:nvGrpSpPr>
        <p:grpSpPr bwMode="auto">
          <a:xfrm>
            <a:off x="191932" y="1290580"/>
            <a:ext cx="8760136" cy="1954417"/>
            <a:chOff x="1662" y="1752"/>
            <a:chExt cx="1040" cy="450"/>
          </a:xfrm>
        </p:grpSpPr>
        <p:sp>
          <p:nvSpPr>
            <p:cNvPr id="26" name="AutoShape 63">
              <a:extLst>
                <a:ext uri="{FF2B5EF4-FFF2-40B4-BE49-F238E27FC236}">
                  <a16:creationId xmlns:a16="http://schemas.microsoft.com/office/drawing/2014/main" id="{86BC2511-D197-453F-9A6E-55A3714F65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2" y="1752"/>
              <a:ext cx="1040" cy="450"/>
            </a:xfrm>
            <a:prstGeom prst="octagon">
              <a:avLst>
                <a:gd name="adj" fmla="val 29287"/>
              </a:avLst>
            </a:prstGeom>
            <a:solidFill>
              <a:schemeClr val="bg1">
                <a:lumMod val="85000"/>
                <a:alpha val="10001"/>
              </a:schemeClr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28" name="Text Box 64">
              <a:extLst>
                <a:ext uri="{FF2B5EF4-FFF2-40B4-BE49-F238E27FC236}">
                  <a16:creationId xmlns:a16="http://schemas.microsoft.com/office/drawing/2014/main" id="{3C277C07-B65E-46B7-B129-291A99C50F0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94" y="1753"/>
              <a:ext cx="976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fr-FR" sz="1600">
                <a:solidFill>
                  <a:schemeClr val="tx2"/>
                </a:solidFill>
              </a:endParaRPr>
            </a:p>
          </p:txBody>
        </p:sp>
      </p:grpSp>
      <p:sp>
        <p:nvSpPr>
          <p:cNvPr id="25" name="ZoneTexte 97">
            <a:extLst>
              <a:ext uri="{FF2B5EF4-FFF2-40B4-BE49-F238E27FC236}">
                <a16:creationId xmlns:a16="http://schemas.microsoft.com/office/drawing/2014/main" id="{3B4A9515-A8BB-4FAD-B908-196B8A9E4111}"/>
              </a:ext>
            </a:extLst>
          </p:cNvPr>
          <p:cNvSpPr txBox="1"/>
          <p:nvPr/>
        </p:nvSpPr>
        <p:spPr>
          <a:xfrm>
            <a:off x="533336" y="1412697"/>
            <a:ext cx="80773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>
                <a:latin typeface="Times New Roman" pitchFamily="18" charset="0"/>
                <a:cs typeface="Times New Roman" pitchFamily="18" charset="0"/>
              </a:rPr>
              <a:t>    Project Risk Management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PRM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), a knowledge-intensive process with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processes</a:t>
            </a:r>
          </a:p>
          <a:p>
            <a:pPr algn="just"/>
            <a:r>
              <a:rPr lang="en-US">
                <a:latin typeface="Times New Roman" pitchFamily="18" charset="0"/>
                <a:cs typeface="Times New Roman" pitchFamily="18" charset="0"/>
              </a:rPr>
              <a:t>    and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tools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requires effective management of risk-related knowledge that can assist </a:t>
            </a:r>
          </a:p>
          <a:p>
            <a:pPr algn="just"/>
            <a:r>
              <a:rPr lang="en-US">
                <a:latin typeface="Times New Roman" pitchFamily="18" charset="0"/>
                <a:cs typeface="Times New Roman" pitchFamily="18" charset="0"/>
              </a:rPr>
              <a:t>    in making the right decision by managers </a:t>
            </a:r>
            <a:r>
              <a:rPr lang="en-GB" sz="1800">
                <a:solidFill>
                  <a:srgbClr val="3333FF"/>
                </a:solidFill>
                <a:latin typeface="Garamond" pitchFamily="18" charset="0"/>
              </a:rPr>
              <a:t>[</a:t>
            </a:r>
            <a:r>
              <a:rPr lang="en-US" err="1">
                <a:solidFill>
                  <a:srgbClr val="3333FF"/>
                </a:solidFill>
                <a:latin typeface="Garamond" pitchFamily="18" charset="0"/>
              </a:rPr>
              <a:t>elyamani</a:t>
            </a:r>
            <a:r>
              <a:rPr lang="en-US" sz="1800">
                <a:solidFill>
                  <a:srgbClr val="3333FF"/>
                </a:solidFill>
                <a:latin typeface="Garamond" pitchFamily="18" charset="0"/>
              </a:rPr>
              <a:t> et al., 2024</a:t>
            </a:r>
            <a:r>
              <a:rPr lang="en-GB" sz="1800">
                <a:solidFill>
                  <a:srgbClr val="3333FF"/>
                </a:solidFill>
                <a:latin typeface="Garamond" pitchFamily="18" charset="0"/>
              </a:rPr>
              <a:t>]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800">
                <a:latin typeface="Times New Roman" pitchFamily="18" charset="0"/>
                <a:cs typeface="Times New Roman" pitchFamily="18" charset="0"/>
                <a:hlinkClick r:id="rId4" action="ppaction://hlinkfile"/>
              </a:rPr>
              <a:t>PRMoverview.png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   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1800" b="1"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1800" b="1">
                <a:latin typeface="Times New Roman" pitchFamily="18" charset="0"/>
                <a:cs typeface="Times New Roman" pitchFamily="18" charset="0"/>
              </a:rPr>
              <a:t>IT projects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had been delivered on time,  budget and with quality </a:t>
            </a:r>
          </a:p>
          <a:p>
            <a:pPr algn="just"/>
            <a:r>
              <a:rPr lang="en-US" sz="1800">
                <a:latin typeface="Times New Roman" pitchFamily="18" charset="0"/>
                <a:cs typeface="Times New Roman" pitchFamily="18" charset="0"/>
              </a:rPr>
              <a:t>        requirements as initially specified </a:t>
            </a:r>
            <a:r>
              <a:rPr lang="en-US">
                <a:solidFill>
                  <a:srgbClr val="3333FF"/>
                </a:solidFill>
                <a:latin typeface="Garamond" pitchFamily="18" charset="0"/>
              </a:rPr>
              <a:t>[Standish Group International, 2024]. </a:t>
            </a:r>
          </a:p>
          <a:p>
            <a:pPr algn="just"/>
            <a:endParaRPr lang="fr-FR" sz="18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93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74113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2" name="Espace réservé de la date 3">
            <a:extLst>
              <a:ext uri="{FF2B5EF4-FFF2-40B4-BE49-F238E27FC236}">
                <a16:creationId xmlns:a16="http://schemas.microsoft.com/office/drawing/2014/main" id="{EAFFEC60-DF0D-4889-AFE4-46FB7F7710DC}"/>
              </a:ext>
            </a:extLst>
          </p:cNvPr>
          <p:cNvSpPr txBox="1">
            <a:spLocks/>
          </p:cNvSpPr>
          <p:nvPr/>
        </p:nvSpPr>
        <p:spPr>
          <a:xfrm>
            <a:off x="7164408" y="6548189"/>
            <a:ext cx="10800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12/01/2022</a:t>
            </a:r>
          </a:p>
        </p:txBody>
      </p:sp>
      <p:sp>
        <p:nvSpPr>
          <p:cNvPr id="54" name="Espace réservé du numéro de diapositive 4">
            <a:extLst>
              <a:ext uri="{FF2B5EF4-FFF2-40B4-BE49-F238E27FC236}">
                <a16:creationId xmlns:a16="http://schemas.microsoft.com/office/drawing/2014/main" id="{CF607FA3-C9B1-4AAF-8A0D-B67A2EC89E98}"/>
              </a:ext>
            </a:extLst>
          </p:cNvPr>
          <p:cNvSpPr txBox="1">
            <a:spLocks/>
          </p:cNvSpPr>
          <p:nvPr/>
        </p:nvSpPr>
        <p:spPr>
          <a:xfrm>
            <a:off x="4283968" y="6548189"/>
            <a:ext cx="6840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B854CD-BC34-4077-AE74-0D61424FD3C1}" type="slidenum">
              <a:rPr lang="fr-FR" smtClean="0"/>
              <a:pPr/>
              <a:t>4</a:t>
            </a:fld>
            <a:r>
              <a:rPr lang="fr-FR"/>
              <a:t>/40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BD617FB-5DDF-4A10-A8EC-DCD18CA5B6E6}"/>
              </a:ext>
            </a:extLst>
          </p:cNvPr>
          <p:cNvSpPr/>
          <p:nvPr/>
        </p:nvSpPr>
        <p:spPr>
          <a:xfrm>
            <a:off x="-118883" y="860003"/>
            <a:ext cx="9144000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C00000"/>
              </a:buClr>
            </a:pPr>
            <a:endParaRPr lang="en-US" sz="2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r>
              <a:rPr lang="en-US" sz="20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endParaRPr lang="en-US" sz="2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endParaRPr lang="en-US" sz="2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endParaRPr lang="en-US" sz="2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endParaRPr lang="en-US" sz="2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endParaRPr lang="en-US" sz="2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endParaRPr lang="en-US" sz="2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r>
              <a:rPr lang="en-US" sz="20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                                                </a:t>
            </a:r>
            <a:r>
              <a:rPr lang="en-US" sz="1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    </a:t>
            </a:r>
            <a:endParaRPr lang="en-US" sz="20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AB0562E-83A5-4CC7-BBCD-48E6A80BC404}"/>
              </a:ext>
            </a:extLst>
          </p:cNvPr>
          <p:cNvSpPr/>
          <p:nvPr/>
        </p:nvSpPr>
        <p:spPr>
          <a:xfrm>
            <a:off x="3353679" y="4184857"/>
            <a:ext cx="9144000" cy="468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C00000"/>
              </a:buClr>
            </a:pPr>
            <a:r>
              <a:rPr 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itchFamily="18" charset="0"/>
              </a:rPr>
              <a:t>  </a:t>
            </a:r>
            <a:r>
              <a:rPr lang="en-US" sz="16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itchFamily="18" charset="0"/>
              </a:rPr>
              <a:t>Iron Triangle </a:t>
            </a:r>
            <a:r>
              <a:rPr lang="en-US" sz="1600">
                <a:solidFill>
                  <a:srgbClr val="3333FF"/>
                </a:solidFill>
                <a:latin typeface="Garamond" pitchFamily="18" charset="0"/>
              </a:rPr>
              <a:t>[PMI, 2021]</a:t>
            </a:r>
          </a:p>
        </p:txBody>
      </p:sp>
      <p:pic>
        <p:nvPicPr>
          <p:cNvPr id="58" name="Image 57" descr="pasted image 0.png">
            <a:extLst>
              <a:ext uri="{FF2B5EF4-FFF2-40B4-BE49-F238E27FC236}">
                <a16:creationId xmlns:a16="http://schemas.microsoft.com/office/drawing/2014/main" id="{B19A60BC-113D-4A2E-AA7E-45E0FE6EE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433" y="1577446"/>
            <a:ext cx="3201528" cy="2674189"/>
          </a:xfrm>
          <a:prstGeom prst="rect">
            <a:avLst/>
          </a:prstGeom>
        </p:spPr>
      </p:pic>
      <p:pic>
        <p:nvPicPr>
          <p:cNvPr id="59" name="Picture 13">
            <a:extLst>
              <a:ext uri="{FF2B5EF4-FFF2-40B4-BE49-F238E27FC236}">
                <a16:creationId xmlns:a16="http://schemas.microsoft.com/office/drawing/2014/main" id="{8BBEBA2A-90EB-43B9-B895-1C252EE9C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71095" y="1148035"/>
            <a:ext cx="388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0" name="Picture 15">
            <a:extLst>
              <a:ext uri="{FF2B5EF4-FFF2-40B4-BE49-F238E27FC236}">
                <a16:creationId xmlns:a16="http://schemas.microsoft.com/office/drawing/2014/main" id="{D2A46999-E016-4EE5-8C84-63E55FFAC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l="858" r="-858" b="-1190"/>
          <a:stretch/>
        </p:blipFill>
        <p:spPr bwMode="auto">
          <a:xfrm>
            <a:off x="4932040" y="1296690"/>
            <a:ext cx="2576516" cy="941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33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61" name="Picture 16">
            <a:extLst>
              <a:ext uri="{FF2B5EF4-FFF2-40B4-BE49-F238E27FC236}">
                <a16:creationId xmlns:a16="http://schemas.microsoft.com/office/drawing/2014/main" id="{6809C8A1-160C-41C4-9611-8608E1A7C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940152" y="2304802"/>
            <a:ext cx="434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" name="Picture 18">
            <a:extLst>
              <a:ext uri="{FF2B5EF4-FFF2-40B4-BE49-F238E27FC236}">
                <a16:creationId xmlns:a16="http://schemas.microsoft.com/office/drawing/2014/main" id="{D90DFE38-9345-4026-8A58-777A4F639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856070" y="2547169"/>
            <a:ext cx="2636837" cy="69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" name="Picture 19">
            <a:extLst>
              <a:ext uri="{FF2B5EF4-FFF2-40B4-BE49-F238E27FC236}">
                <a16:creationId xmlns:a16="http://schemas.microsoft.com/office/drawing/2014/main" id="{ED53F847-CEC4-410D-8753-02AF3B49A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858867" y="3528938"/>
            <a:ext cx="441325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4" name="Picture 20">
            <a:extLst>
              <a:ext uri="{FF2B5EF4-FFF2-40B4-BE49-F238E27FC236}">
                <a16:creationId xmlns:a16="http://schemas.microsoft.com/office/drawing/2014/main" id="{B37255F9-E48E-4DA3-ABBE-73248EB02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868144" y="3744963"/>
            <a:ext cx="2538413" cy="108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" name="Picture 21">
            <a:extLst>
              <a:ext uri="{FF2B5EF4-FFF2-40B4-BE49-F238E27FC236}">
                <a16:creationId xmlns:a16="http://schemas.microsoft.com/office/drawing/2014/main" id="{97082A80-BACB-4F96-B180-9DB584EEC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2504653" y="3312914"/>
            <a:ext cx="4111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3">
            <a:extLst>
              <a:ext uri="{FF2B5EF4-FFF2-40B4-BE49-F238E27FC236}">
                <a16:creationId xmlns:a16="http://schemas.microsoft.com/office/drawing/2014/main" id="{0C5755C2-BA12-426E-8351-60EEA6F97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90141" y="3528938"/>
            <a:ext cx="2225675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" name="Picture 24">
            <a:extLst>
              <a:ext uri="{FF2B5EF4-FFF2-40B4-BE49-F238E27FC236}">
                <a16:creationId xmlns:a16="http://schemas.microsoft.com/office/drawing/2014/main" id="{EE5B401F-F39C-4A32-97DA-9D4A1040D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27025" y="2232794"/>
            <a:ext cx="26447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" name="Picture 21">
            <a:extLst>
              <a:ext uri="{FF2B5EF4-FFF2-40B4-BE49-F238E27FC236}">
                <a16:creationId xmlns:a16="http://schemas.microsoft.com/office/drawing/2014/main" id="{2DB35889-D764-4E8B-83F0-0418DD2E6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2360637" y="2016770"/>
            <a:ext cx="4111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9" name="Picture 25">
            <a:extLst>
              <a:ext uri="{FF2B5EF4-FFF2-40B4-BE49-F238E27FC236}">
                <a16:creationId xmlns:a16="http://schemas.microsoft.com/office/drawing/2014/main" id="{2F4A9146-0C9C-4E56-97BB-3679D65A4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3563888" y="4105002"/>
            <a:ext cx="1685082" cy="194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70" name="Groupe 69">
            <a:extLst>
              <a:ext uri="{FF2B5EF4-FFF2-40B4-BE49-F238E27FC236}">
                <a16:creationId xmlns:a16="http://schemas.microsoft.com/office/drawing/2014/main" id="{5744BA07-DF24-42A4-BB07-0703E4E09786}"/>
              </a:ext>
            </a:extLst>
          </p:cNvPr>
          <p:cNvGrpSpPr/>
          <p:nvPr/>
        </p:nvGrpSpPr>
        <p:grpSpPr>
          <a:xfrm>
            <a:off x="656222" y="4642353"/>
            <a:ext cx="7803643" cy="1758255"/>
            <a:chOff x="200414" y="563902"/>
            <a:chExt cx="8585016" cy="44518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1991A08-4594-44D3-91DD-291D6B4E7D7A}"/>
                </a:ext>
              </a:extLst>
            </p:cNvPr>
            <p:cNvSpPr/>
            <p:nvPr/>
          </p:nvSpPr>
          <p:spPr>
            <a:xfrm>
              <a:off x="206467" y="655785"/>
              <a:ext cx="8578963" cy="35329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600">
                  <a:solidFill>
                    <a:schemeClr val="tx1"/>
                  </a:solidFill>
                </a:rPr>
                <a:t>   </a:t>
              </a:r>
              <a:endParaRPr lang="fr-FR" sz="1600">
                <a:solidFill>
                  <a:schemeClr val="tx1"/>
                </a:solidFill>
                <a:latin typeface="Garamond" panose="02020404030301010803" pitchFamily="18" charset="0"/>
              </a:endParaRPr>
            </a:p>
            <a:p>
              <a:r>
                <a:rPr lang="fr-FR" sz="1600" b="1">
                  <a:solidFill>
                    <a:schemeClr val="tx1"/>
                  </a:solidFill>
                  <a:latin typeface="Garamond" panose="02020404030301010803" pitchFamily="18" charset="0"/>
                </a:rPr>
                <a:t>       </a:t>
              </a:r>
              <a:r>
                <a:rPr lang="fr-FR" sz="1600">
                  <a:solidFill>
                    <a:schemeClr val="tx1"/>
                  </a:solidFill>
                  <a:latin typeface="Garamond" panose="02020404030301010803" pitchFamily="18" charset="0"/>
                </a:rPr>
                <a:t>To </a:t>
              </a:r>
              <a:r>
                <a:rPr lang="en-GB" sz="1600">
                  <a:solidFill>
                    <a:schemeClr val="tx1"/>
                  </a:solidFill>
                  <a:latin typeface="Garamond" panose="02020404030301010803" pitchFamily="18" charset="0"/>
                </a:rPr>
                <a:t>handle the PRM terminologies problem with respect to </a:t>
              </a:r>
              <a:r>
                <a:rPr lang="en-GB" sz="1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aramond" panose="02020404030301010803" pitchFamily="18" charset="0"/>
                </a:rPr>
                <a:t>RISK standards </a:t>
              </a:r>
              <a:endParaRPr lang="en-GB" sz="1600">
                <a:solidFill>
                  <a:schemeClr val="tx1"/>
                </a:solidFill>
                <a:latin typeface="Garamond" panose="02020404030301010803" pitchFamily="18" charset="0"/>
              </a:endParaRPr>
            </a:p>
            <a:p>
              <a:endParaRPr lang="fr-FR">
                <a:solidFill>
                  <a:schemeClr val="tx1"/>
                </a:solidFill>
                <a:latin typeface="Garamond" panose="02020404030301010803" pitchFamily="18" charset="0"/>
              </a:endParaRPr>
            </a:p>
            <a:p>
              <a:r>
                <a:rPr lang="en-US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GB" sz="1600">
                  <a:solidFill>
                    <a:schemeClr val="tx1"/>
                  </a:solidFill>
                  <a:latin typeface="Garamond" pitchFamily="18" charset="0"/>
                  <a:cs typeface="Times New Roman" panose="02020603050405020304" pitchFamily="18" charset="0"/>
                </a:rPr>
                <a:t>T</a:t>
              </a:r>
              <a:r>
                <a:rPr lang="en-GB" sz="1600">
                  <a:solidFill>
                    <a:schemeClr val="tx1"/>
                  </a:solidFill>
                  <a:latin typeface="Garamond" pitchFamily="18" charset="0"/>
                </a:rPr>
                <a:t>o formalize the content of such practice from </a:t>
              </a:r>
              <a:r>
                <a:rPr lang="en-GB" sz="1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aramond" pitchFamily="18" charset="0"/>
                </a:rPr>
                <a:t>a human readable format </a:t>
              </a:r>
              <a:r>
                <a:rPr lang="en-GB" sz="1600">
                  <a:solidFill>
                    <a:schemeClr val="tx1"/>
                  </a:solidFill>
                  <a:latin typeface="Garamond" pitchFamily="18" charset="0"/>
                </a:rPr>
                <a:t>to </a:t>
              </a:r>
              <a:r>
                <a:rPr lang="en-GB" sz="1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aramond" pitchFamily="18" charset="0"/>
                </a:rPr>
                <a:t>a computer   </a:t>
              </a:r>
            </a:p>
            <a:p>
              <a:r>
                <a:rPr lang="en-GB" sz="1600">
                  <a:solidFill>
                    <a:schemeClr val="tx1"/>
                  </a:solidFill>
                  <a:latin typeface="Garamond" pitchFamily="18" charset="0"/>
                </a:rPr>
                <a:t>      </a:t>
              </a:r>
              <a:r>
                <a:rPr lang="en-GB" sz="1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aramond" pitchFamily="18" charset="0"/>
                </a:rPr>
                <a:t> interpretable format </a:t>
              </a:r>
              <a:endParaRPr lang="fr-FR" sz="1600">
                <a:solidFill>
                  <a:schemeClr val="tx1"/>
                </a:solidFill>
                <a:latin typeface="Garamond" pitchFamily="18" charset="0"/>
                <a:sym typeface="Wingdings"/>
              </a:endParaRPr>
            </a:p>
            <a:p>
              <a:pPr algn="l"/>
              <a:r>
                <a:rPr lang="en-GB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</a:t>
              </a:r>
            </a:p>
            <a:p>
              <a:pPr marL="9525" lvl="0" indent="-9525">
                <a:lnSpc>
                  <a:spcPct val="150000"/>
                </a:lnSpc>
                <a:spcBef>
                  <a:spcPts val="300"/>
                </a:spcBef>
                <a:buClr>
                  <a:srgbClr val="9BBB59"/>
                </a:buClr>
              </a:pPr>
              <a:br>
                <a:rPr lang="fi-FI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fi-FI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9388" indent="-179388"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>
                  <a:solidFill>
                    <a:schemeClr val="tx1"/>
                  </a:solidFill>
                  <a:latin typeface="Garamond" pitchFamily="18" charset="0"/>
                </a:rPr>
                <a:t> </a:t>
              </a:r>
              <a:br>
                <a:rPr lang="en-US">
                  <a:solidFill>
                    <a:schemeClr val="tx1"/>
                  </a:solidFill>
                </a:rPr>
              </a:b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Round Same Side Corner Rectangle 17">
              <a:extLst>
                <a:ext uri="{FF2B5EF4-FFF2-40B4-BE49-F238E27FC236}">
                  <a16:creationId xmlns:a16="http://schemas.microsoft.com/office/drawing/2014/main" id="{DA35AF62-781D-4197-BC07-6AFE83B0741B}"/>
                </a:ext>
              </a:extLst>
            </p:cNvPr>
            <p:cNvSpPr/>
            <p:nvPr/>
          </p:nvSpPr>
          <p:spPr>
            <a:xfrm>
              <a:off x="200414" y="563902"/>
              <a:ext cx="8585016" cy="87441"/>
            </a:xfrm>
            <a:prstGeom prst="round2Same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r>
                <a:rPr lang="fr-FR" b="1">
                  <a:solidFill>
                    <a:schemeClr val="bg1"/>
                  </a:solidFill>
                  <a:latin typeface="Garamond" pitchFamily="18" charset="0"/>
                </a:rPr>
                <a:t>How ?</a:t>
              </a:r>
              <a:endParaRPr lang="fr-FR">
                <a:solidFill>
                  <a:srgbClr val="C00000"/>
                </a:solidFill>
                <a:latin typeface="Garamond" pitchFamily="18" charset="0"/>
              </a:endParaRPr>
            </a:p>
          </p:txBody>
        </p:sp>
      </p:grpSp>
      <p:sp>
        <p:nvSpPr>
          <p:cNvPr id="75" name="Ellipse 8">
            <a:extLst>
              <a:ext uri="{FF2B5EF4-FFF2-40B4-BE49-F238E27FC236}">
                <a16:creationId xmlns:a16="http://schemas.microsoft.com/office/drawing/2014/main" id="{9DFA6C94-A8C5-4FE8-AFEE-1D62498BE2DA}"/>
              </a:ext>
            </a:extLst>
          </p:cNvPr>
          <p:cNvSpPr/>
          <p:nvPr/>
        </p:nvSpPr>
        <p:spPr bwMode="auto">
          <a:xfrm>
            <a:off x="762745" y="5329138"/>
            <a:ext cx="208855" cy="20725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ar-S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0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6" name="Ellipse 8">
            <a:extLst>
              <a:ext uri="{FF2B5EF4-FFF2-40B4-BE49-F238E27FC236}">
                <a16:creationId xmlns:a16="http://schemas.microsoft.com/office/drawing/2014/main" id="{99A42272-9753-4DE5-B6A1-59E263FC3877}"/>
              </a:ext>
            </a:extLst>
          </p:cNvPr>
          <p:cNvSpPr/>
          <p:nvPr/>
        </p:nvSpPr>
        <p:spPr bwMode="auto">
          <a:xfrm>
            <a:off x="762745" y="5833194"/>
            <a:ext cx="208855" cy="20725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ar-S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0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Round Same Side Corner Rectangle 17">
            <a:extLst>
              <a:ext uri="{FF2B5EF4-FFF2-40B4-BE49-F238E27FC236}">
                <a16:creationId xmlns:a16="http://schemas.microsoft.com/office/drawing/2014/main" id="{32C3200E-86D0-44FE-BB83-06D56E9713DE}"/>
              </a:ext>
            </a:extLst>
          </p:cNvPr>
          <p:cNvSpPr/>
          <p:nvPr/>
        </p:nvSpPr>
        <p:spPr>
          <a:xfrm>
            <a:off x="687291" y="5035587"/>
            <a:ext cx="7806967" cy="351231"/>
          </a:xfrm>
          <a:prstGeom prst="round2Same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r>
              <a:rPr lang="fr-FR" b="1">
                <a:solidFill>
                  <a:schemeClr val="bg1"/>
                </a:solidFill>
                <a:latin typeface="Garamond" pitchFamily="18" charset="0"/>
              </a:rPr>
              <a:t>PRM challenges </a:t>
            </a:r>
            <a:endParaRPr lang="fr-FR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ED1B00-08DE-452A-9013-6DDE18C54A0F}"/>
              </a:ext>
            </a:extLst>
          </p:cNvPr>
          <p:cNvSpPr/>
          <p:nvPr/>
        </p:nvSpPr>
        <p:spPr>
          <a:xfrm>
            <a:off x="4643438" y="142852"/>
            <a:ext cx="1909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>
                <a:solidFill>
                  <a:schemeClr val="bg1"/>
                </a:solidFill>
                <a:cs typeface="Andalus" pitchFamily="18" charset="-78"/>
              </a:rPr>
              <a:t>IA project Context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DE3B18-9D9E-4057-AE20-C8177616013D}"/>
              </a:ext>
            </a:extLst>
          </p:cNvPr>
          <p:cNvSpPr/>
          <p:nvPr/>
        </p:nvSpPr>
        <p:spPr>
          <a:xfrm>
            <a:off x="1009779" y="5382543"/>
            <a:ext cx="7798141" cy="7988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GB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convergence toward DL architectures with respect to semantic technologies to address the current issues on RM knowledge area !</a:t>
            </a:r>
          </a:p>
          <a:p>
            <a:pPr marL="9525" lvl="0" indent="-9525">
              <a:lnSpc>
                <a:spcPct val="150000"/>
              </a:lnSpc>
              <a:spcBef>
                <a:spcPts val="300"/>
              </a:spcBef>
              <a:buClr>
                <a:srgbClr val="9BBB59"/>
              </a:buClr>
            </a:pPr>
            <a:br>
              <a:rPr lang="fi-FI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i-FI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algn="just"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solidFill>
                  <a:schemeClr val="tx1"/>
                </a:solidFill>
                <a:latin typeface="Garamond" pitchFamily="18" charset="0"/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2A6F44D0-E38D-456E-9BD2-E2372644B26B}"/>
              </a:ext>
            </a:extLst>
          </p:cNvPr>
          <p:cNvCxnSpPr/>
          <p:nvPr/>
        </p:nvCxnSpPr>
        <p:spPr>
          <a:xfrm>
            <a:off x="762745" y="5573830"/>
            <a:ext cx="496887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32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5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714348" y="4357694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AutoShape 11"/>
          <p:cNvSpPr>
            <a:spLocks noChangeArrowheads="1"/>
          </p:cNvSpPr>
          <p:nvPr/>
        </p:nvSpPr>
        <p:spPr bwMode="gray">
          <a:xfrm>
            <a:off x="714348" y="4929198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gray">
          <a:xfrm>
            <a:off x="714348" y="4929198"/>
            <a:ext cx="428628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gray">
          <a:xfrm>
            <a:off x="785786" y="4357694"/>
            <a:ext cx="357190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" name="Flèche droite 37"/>
          <p:cNvSpPr/>
          <p:nvPr/>
        </p:nvSpPr>
        <p:spPr>
          <a:xfrm>
            <a:off x="857224" y="4214818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èche droite 40"/>
          <p:cNvSpPr/>
          <p:nvPr/>
        </p:nvSpPr>
        <p:spPr>
          <a:xfrm>
            <a:off x="857224" y="4786322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643438" y="142852"/>
            <a:ext cx="2867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>
                <a:solidFill>
                  <a:schemeClr val="bg1"/>
                </a:solidFill>
                <a:cs typeface="Andalus" pitchFamily="18" charset="-78"/>
              </a:rPr>
              <a:t>IA Project Context: CORPUS </a:t>
            </a:r>
          </a:p>
        </p:txBody>
      </p:sp>
      <p:sp>
        <p:nvSpPr>
          <p:cNvPr id="94" name="Espace réservé de la date 3">
            <a:extLst>
              <a:ext uri="{FF2B5EF4-FFF2-40B4-BE49-F238E27FC236}">
                <a16:creationId xmlns:a16="http://schemas.microsoft.com/office/drawing/2014/main" id="{19860E78-B64E-4BAE-9DD8-209C9C422DD4}"/>
              </a:ext>
            </a:extLst>
          </p:cNvPr>
          <p:cNvSpPr txBox="1">
            <a:spLocks/>
          </p:cNvSpPr>
          <p:nvPr/>
        </p:nvSpPr>
        <p:spPr>
          <a:xfrm>
            <a:off x="7164408" y="6832319"/>
            <a:ext cx="10800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12/01/2022</a:t>
            </a:r>
          </a:p>
        </p:txBody>
      </p:sp>
      <p:sp>
        <p:nvSpPr>
          <p:cNvPr id="95" name="Espace réservé du numéro de diapositive 4">
            <a:extLst>
              <a:ext uri="{FF2B5EF4-FFF2-40B4-BE49-F238E27FC236}">
                <a16:creationId xmlns:a16="http://schemas.microsoft.com/office/drawing/2014/main" id="{B3EE51AC-5228-430F-ABDB-9301368A2514}"/>
              </a:ext>
            </a:extLst>
          </p:cNvPr>
          <p:cNvSpPr txBox="1">
            <a:spLocks/>
          </p:cNvSpPr>
          <p:nvPr/>
        </p:nvSpPr>
        <p:spPr>
          <a:xfrm>
            <a:off x="4283968" y="6832319"/>
            <a:ext cx="6840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B854CD-BC34-4077-AE74-0D61424FD3C1}" type="slidenum">
              <a:rPr lang="fr-FR" smtClean="0"/>
              <a:pPr/>
              <a:t>5</a:t>
            </a:fld>
            <a:r>
              <a:rPr lang="fr-FR"/>
              <a:t>/40</a:t>
            </a:r>
          </a:p>
        </p:txBody>
      </p:sp>
      <p:sp>
        <p:nvSpPr>
          <p:cNvPr id="97" name="Titre 1">
            <a:extLst>
              <a:ext uri="{FF2B5EF4-FFF2-40B4-BE49-F238E27FC236}">
                <a16:creationId xmlns:a16="http://schemas.microsoft.com/office/drawing/2014/main" id="{D700D359-C441-473B-BEAC-F17A87F4B179}"/>
              </a:ext>
            </a:extLst>
          </p:cNvPr>
          <p:cNvSpPr txBox="1">
            <a:spLocks/>
          </p:cNvSpPr>
          <p:nvPr/>
        </p:nvSpPr>
        <p:spPr>
          <a:xfrm>
            <a:off x="107504" y="1016792"/>
            <a:ext cx="8229600" cy="54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b="1">
                <a:solidFill>
                  <a:srgbClr val="AC0000"/>
                </a:solidFill>
                <a:latin typeface="Garamond" pitchFamily="18" charset="0"/>
                <a:cs typeface="Times New Roman" pitchFamily="18" charset="0"/>
              </a:rPr>
              <a:t>PMI Risk standard </a:t>
            </a:r>
            <a:r>
              <a:rPr lang="en-US" sz="2400" b="1" err="1">
                <a:solidFill>
                  <a:srgbClr val="AC0000"/>
                </a:solidFill>
                <a:latin typeface="Garamond" pitchFamily="18" charset="0"/>
                <a:cs typeface="Times New Roman" pitchFamily="18" charset="0"/>
              </a:rPr>
              <a:t>weaks</a:t>
            </a:r>
            <a:r>
              <a:rPr lang="en-US" sz="2400" b="1">
                <a:solidFill>
                  <a:srgbClr val="AC0000"/>
                </a:solidFill>
                <a:latin typeface="Garamond" pitchFamily="18" charset="0"/>
                <a:cs typeface="Times New Roman" pitchFamily="18" charset="0"/>
              </a:rPr>
              <a:t> </a:t>
            </a:r>
            <a:endParaRPr kumimoji="0" lang="fr-FR" sz="2400" b="1" i="0" u="none" strike="noStrike" kern="1200" cap="none" spc="0" normalizeH="0" baseline="0" noProof="0">
              <a:ln>
                <a:noFill/>
              </a:ln>
              <a:solidFill>
                <a:srgbClr val="AC0000"/>
              </a:solidFill>
              <a:effectLst/>
              <a:uLnTx/>
              <a:uFillTx/>
              <a:latin typeface="Garamond" pitchFamily="18" charset="0"/>
              <a:ea typeface="+mn-ea"/>
              <a:cs typeface="Times New Roman" pitchFamily="18" charset="0"/>
            </a:endParaRPr>
          </a:p>
        </p:txBody>
      </p: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08DE6F49-03B5-48C7-AA8F-367D22B9DFBD}"/>
              </a:ext>
            </a:extLst>
          </p:cNvPr>
          <p:cNvGrpSpPr/>
          <p:nvPr/>
        </p:nvGrpSpPr>
        <p:grpSpPr>
          <a:xfrm>
            <a:off x="223520" y="1436802"/>
            <a:ext cx="4471815" cy="1944217"/>
            <a:chOff x="-6502415" y="490910"/>
            <a:chExt cx="8371816" cy="33725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70AFFF9-1807-48A7-8BA7-F78C9A7CBB94}"/>
                </a:ext>
              </a:extLst>
            </p:cNvPr>
            <p:cNvSpPr/>
            <p:nvPr/>
          </p:nvSpPr>
          <p:spPr>
            <a:xfrm>
              <a:off x="-6488713" y="603328"/>
              <a:ext cx="8358114" cy="22483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07000"/>
                </a:lnSpc>
                <a:spcAft>
                  <a:spcPts val="800"/>
                </a:spcAft>
              </a:pPr>
              <a:r>
                <a:rPr lang="en-GB">
                  <a:latin typeface="Times New Roman" panose="02020603050405020304" pitchFamily="18" charset="0"/>
                  <a:ea typeface="NimbusRomNo9L-Regu"/>
                </a:rPr>
                <a:t> </a:t>
              </a:r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Generic body of knowledge with rigorous specifications of six </a:t>
              </a:r>
              <a:r>
                <a:rPr lang="en-US" sz="1800"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NimbusRomNo9L-Regu"/>
                </a:rPr>
                <a:t>Processes, </a:t>
              </a:r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  <a:ea typeface="NimbusRomNo9L-Regu"/>
                </a:rPr>
                <a:t>80</a:t>
              </a:r>
              <a:r>
                <a:rPr lang="en-US" sz="1800"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NimbusRomNo9L-Regu"/>
                </a:rPr>
                <a:t> Tools and  Techniques, considered as the reference practical PM Framework .</a:t>
              </a:r>
              <a:r>
                <a:rPr lang="en-GB" sz="1800">
                  <a:solidFill>
                    <a:schemeClr val="tx1"/>
                  </a:solidFill>
                  <a:effectLst/>
                  <a:latin typeface="Garamond" panose="02020404030301010803" pitchFamily="18" charset="0"/>
                  <a:ea typeface="Calibri" panose="020F0502020204030204" pitchFamily="34" charset="0"/>
                  <a:cs typeface="NimbusRomNo9L-Regu"/>
                </a:rPr>
                <a:t> </a:t>
              </a:r>
              <a:endPara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itchFamily="18" charset="0"/>
              </a:endParaRPr>
            </a:p>
          </p:txBody>
        </p:sp>
        <p:sp>
          <p:nvSpPr>
            <p:cNvPr id="100" name="Round Same Side Corner Rectangle 17">
              <a:extLst>
                <a:ext uri="{FF2B5EF4-FFF2-40B4-BE49-F238E27FC236}">
                  <a16:creationId xmlns:a16="http://schemas.microsoft.com/office/drawing/2014/main" id="{B0D28440-CB8A-4E58-BAFD-CD83F848B2C3}"/>
                </a:ext>
              </a:extLst>
            </p:cNvPr>
            <p:cNvSpPr/>
            <p:nvPr/>
          </p:nvSpPr>
          <p:spPr>
            <a:xfrm>
              <a:off x="-6502415" y="490910"/>
              <a:ext cx="8371815" cy="100809"/>
            </a:xfrm>
            <a:prstGeom prst="round2Same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r>
                <a:rPr lang="fr-FR" b="1">
                  <a:solidFill>
                    <a:schemeClr val="bg1"/>
                  </a:solidFill>
                  <a:latin typeface="Garamond" pitchFamily="18" charset="0"/>
                </a:rPr>
                <a:t>PMI Risk Management standard </a:t>
              </a:r>
              <a:r>
                <a:rPr lang="en-US" b="1">
                  <a:solidFill>
                    <a:schemeClr val="bg1"/>
                  </a:solidFill>
                  <a:latin typeface="Garamond" pitchFamily="18" charset="0"/>
                </a:rPr>
                <a:t>[ PMI, 2017]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727CA46-8270-434D-9D30-38AAD145647F}"/>
              </a:ext>
            </a:extLst>
          </p:cNvPr>
          <p:cNvSpPr/>
          <p:nvPr/>
        </p:nvSpPr>
        <p:spPr>
          <a:xfrm>
            <a:off x="230839" y="3451603"/>
            <a:ext cx="4464495" cy="16656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Times New Roman" panose="02020603050405020304" pitchFamily="18" charset="0"/>
                <a:ea typeface="NimbusRomNo9L-Regu"/>
              </a:rPr>
              <a:t> </a:t>
            </a:r>
            <a:endParaRPr lang="en-US"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Times New Roman" pitchFamily="18" charset="0"/>
            </a:endParaRP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2D31B85B-48B7-47AB-AAF3-3DF1A3F1D5A9}"/>
              </a:ext>
            </a:extLst>
          </p:cNvPr>
          <p:cNvSpPr txBox="1"/>
          <p:nvPr/>
        </p:nvSpPr>
        <p:spPr>
          <a:xfrm>
            <a:off x="117010" y="3453028"/>
            <a:ext cx="4578324" cy="132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269875" algn="just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Blip>
                <a:blip r:embed="rId5"/>
              </a:buBlip>
              <a:tabLst>
                <a:tab pos="179388" algn="l"/>
              </a:tabLst>
              <a:defRPr/>
            </a:pPr>
            <a:r>
              <a:rPr lang="en-US">
                <a:latin typeface="Garamond" pitchFamily="18" charset="0"/>
              </a:rPr>
              <a:t>Standardizes generally accepted PM concepts and practices.</a:t>
            </a:r>
          </a:p>
          <a:p>
            <a:pPr marL="449263" indent="-269875" algn="just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Blip>
                <a:blip r:embed="rId5"/>
              </a:buBlip>
              <a:tabLst>
                <a:tab pos="179388" algn="l"/>
              </a:tabLst>
              <a:defRPr/>
            </a:pPr>
            <a:r>
              <a:rPr lang="en-US">
                <a:latin typeface="Garamond" pitchFamily="18" charset="0"/>
              </a:rPr>
              <a:t>Provides a common vocabulary with a  comprehensive set of definitions.</a:t>
            </a:r>
          </a:p>
        </p:txBody>
      </p:sp>
      <p:pic>
        <p:nvPicPr>
          <p:cNvPr id="104" name="Image 103">
            <a:extLst>
              <a:ext uri="{FF2B5EF4-FFF2-40B4-BE49-F238E27FC236}">
                <a16:creationId xmlns:a16="http://schemas.microsoft.com/office/drawing/2014/main" id="{64F1D8FA-AC19-4B54-8E30-6AF2A1F23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36" y="5541260"/>
            <a:ext cx="371475" cy="190500"/>
          </a:xfrm>
          <a:prstGeom prst="rect">
            <a:avLst/>
          </a:prstGeom>
        </p:spPr>
      </p:pic>
      <p:sp>
        <p:nvSpPr>
          <p:cNvPr id="105" name="ZoneTexte 104">
            <a:extLst>
              <a:ext uri="{FF2B5EF4-FFF2-40B4-BE49-F238E27FC236}">
                <a16:creationId xmlns:a16="http://schemas.microsoft.com/office/drawing/2014/main" id="{2994D54E-D305-40AE-A679-C5BB81CAF5EF}"/>
              </a:ext>
            </a:extLst>
          </p:cNvPr>
          <p:cNvSpPr txBox="1"/>
          <p:nvPr/>
        </p:nvSpPr>
        <p:spPr>
          <a:xfrm>
            <a:off x="767011" y="5469252"/>
            <a:ext cx="8082264" cy="675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GB" sz="180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the </a:t>
            </a:r>
            <a:r>
              <a:rPr lang="en-GB" sz="1800" b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PMBOK 6</a:t>
            </a:r>
            <a:r>
              <a:rPr lang="en-GB" sz="1800" b="1" baseline="3000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GB" sz="1800" b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proposes several practices around PM with rich terminologies, it is considered ideal for acting as the </a:t>
            </a:r>
            <a:r>
              <a:rPr lang="en-GB" sz="1800" b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PM corpus in this work</a:t>
            </a:r>
            <a:r>
              <a:rPr lang="en-GB" sz="180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06" name="Groupe 105">
            <a:extLst>
              <a:ext uri="{FF2B5EF4-FFF2-40B4-BE49-F238E27FC236}">
                <a16:creationId xmlns:a16="http://schemas.microsoft.com/office/drawing/2014/main" id="{68624315-74BD-49FC-853F-CD3662AA70A8}"/>
              </a:ext>
            </a:extLst>
          </p:cNvPr>
          <p:cNvGrpSpPr/>
          <p:nvPr/>
        </p:nvGrpSpPr>
        <p:grpSpPr>
          <a:xfrm>
            <a:off x="4788549" y="1436802"/>
            <a:ext cx="4238441" cy="3676404"/>
            <a:chOff x="200414" y="546757"/>
            <a:chExt cx="8345007" cy="101788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C869D21-5ACA-4A26-962B-E5ABB83AF151}"/>
                </a:ext>
              </a:extLst>
            </p:cNvPr>
            <p:cNvSpPr/>
            <p:nvPr/>
          </p:nvSpPr>
          <p:spPr>
            <a:xfrm>
              <a:off x="200414" y="687013"/>
              <a:ext cx="8345007" cy="877633"/>
            </a:xfrm>
            <a:prstGeom prst="rect">
              <a:avLst/>
            </a:prstGeom>
            <a:solidFill>
              <a:srgbClr val="F9E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itchFamily="18" charset="0"/>
              </a:endParaRPr>
            </a:p>
            <a:p>
              <a:r>
                <a:rPr lang="en-US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aramond" panose="02020404030301010803" pitchFamily="18" charset="0"/>
                  <a:cs typeface="Times New Roman" pitchFamily="18" charset="0"/>
                </a:rPr>
                <a:t>     </a:t>
              </a:r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  <a:cs typeface="Times New Roman" pitchFamily="18" charset="0"/>
                </a:rPr>
                <a:t>Lacks of agility and strategic view by using </a:t>
              </a:r>
            </a:p>
            <a:p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  <a:cs typeface="Times New Roman" pitchFamily="18" charset="0"/>
                </a:rPr>
                <a:t>    all the available knowledge/tools.</a:t>
              </a:r>
              <a:endParaRPr lang="en-US">
                <a:solidFill>
                  <a:schemeClr val="tx1"/>
                </a:solidFill>
                <a:latin typeface="Garamond" panose="02020404030301010803" pitchFamily="18" charset="0"/>
              </a:endParaRPr>
            </a:p>
            <a:p>
              <a:r>
                <a:rPr lang="en-US" sz="1600">
                  <a:solidFill>
                    <a:schemeClr val="tx1"/>
                  </a:solidFill>
                  <a:latin typeface="Garamond" panose="02020404030301010803" pitchFamily="18" charset="0"/>
                  <a:ea typeface="Segoe UI" pitchFamily="34" charset="0"/>
                  <a:cs typeface="Times New Roman" pitchFamily="18" charset="0"/>
                </a:rPr>
                <a:t>       </a:t>
              </a:r>
            </a:p>
            <a:p>
              <a:r>
                <a:rPr lang="en-US" sz="1600">
                  <a:solidFill>
                    <a:schemeClr val="tx1"/>
                  </a:solidFill>
                  <a:latin typeface="Garamond" panose="02020404030301010803" pitchFamily="18" charset="0"/>
                  <a:cs typeface="Times New Roman" pitchFamily="18" charset="0"/>
                </a:rPr>
                <a:t>      </a:t>
              </a:r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The </a:t>
              </a:r>
              <a:r>
                <a:rPr lang="en-GB">
                  <a:solidFill>
                    <a:schemeClr val="tx1"/>
                  </a:solidFill>
                  <a:latin typeface="Garamond" panose="02020404030301010803" pitchFamily="18" charset="0"/>
                </a:rPr>
                <a:t>continuous revisions with translation</a:t>
              </a:r>
            </a:p>
            <a:p>
              <a:pPr algn="l"/>
              <a:r>
                <a:rPr lang="en-GB">
                  <a:solidFill>
                    <a:schemeClr val="tx1"/>
                  </a:solidFill>
                  <a:latin typeface="Garamond" panose="02020404030301010803" pitchFamily="18" charset="0"/>
                </a:rPr>
                <a:t>      into various </a:t>
              </a:r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languages.</a:t>
              </a:r>
            </a:p>
            <a:p>
              <a:pPr algn="l"/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                </a:t>
              </a:r>
              <a:r>
                <a:rPr lang="en-US">
                  <a:solidFill>
                    <a:srgbClr val="FF0000"/>
                  </a:solidFill>
                  <a:latin typeface="Garamond" panose="02020404030301010803" pitchFamily="18" charset="0"/>
                </a:rPr>
                <a:t>Disagreement and terminological </a:t>
              </a:r>
            </a:p>
            <a:p>
              <a:pPr algn="l"/>
              <a:r>
                <a:rPr lang="en-US">
                  <a:solidFill>
                    <a:srgbClr val="FF0000"/>
                  </a:solidFill>
                  <a:latin typeface="Garamond" panose="02020404030301010803" pitchFamily="18" charset="0"/>
                </a:rPr>
                <a:t>                ambiguities </a:t>
              </a:r>
            </a:p>
            <a:p>
              <a:pPr algn="l"/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      Lacks the focus on the Knowledge Flow  </a:t>
              </a:r>
            </a:p>
            <a:p>
              <a:pPr algn="l"/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      Theory.</a:t>
              </a:r>
            </a:p>
            <a:p>
              <a:pPr algn="l"/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                 </a:t>
              </a:r>
              <a:r>
                <a:rPr lang="en-US">
                  <a:solidFill>
                    <a:srgbClr val="FF0000"/>
                  </a:solidFill>
                  <a:latin typeface="Garamond" panose="02020404030301010803" pitchFamily="18" charset="0"/>
                </a:rPr>
                <a:t>Semantic interoperability issue</a:t>
              </a:r>
            </a:p>
            <a:p>
              <a:pPr algn="l"/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   </a:t>
              </a:r>
            </a:p>
            <a:p>
              <a:pPr algn="l"/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  </a:t>
              </a:r>
            </a:p>
          </p:txBody>
        </p:sp>
        <p:sp>
          <p:nvSpPr>
            <p:cNvPr id="108" name="Round Same Side Corner Rectangle 17">
              <a:extLst>
                <a:ext uri="{FF2B5EF4-FFF2-40B4-BE49-F238E27FC236}">
                  <a16:creationId xmlns:a16="http://schemas.microsoft.com/office/drawing/2014/main" id="{B606D089-656B-412D-860F-D5A233317555}"/>
                </a:ext>
              </a:extLst>
            </p:cNvPr>
            <p:cNvSpPr/>
            <p:nvPr/>
          </p:nvSpPr>
          <p:spPr>
            <a:xfrm>
              <a:off x="200414" y="546757"/>
              <a:ext cx="8345007" cy="117476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r>
                <a:rPr lang="en-US" sz="2000" b="1">
                  <a:solidFill>
                    <a:schemeClr val="bg1"/>
                  </a:solidFill>
                  <a:latin typeface="Garamond" pitchFamily="18" charset="0"/>
                </a:rPr>
                <a:t>Why ? </a:t>
              </a:r>
              <a:endParaRPr lang="en-US" sz="2000">
                <a:solidFill>
                  <a:srgbClr val="C00000"/>
                </a:solidFill>
                <a:latin typeface="Garamond" pitchFamily="18" charset="0"/>
              </a:endParaRPr>
            </a:p>
          </p:txBody>
        </p:sp>
      </p:grpSp>
      <p:sp>
        <p:nvSpPr>
          <p:cNvPr id="109" name="Ellipse 8">
            <a:extLst>
              <a:ext uri="{FF2B5EF4-FFF2-40B4-BE49-F238E27FC236}">
                <a16:creationId xmlns:a16="http://schemas.microsoft.com/office/drawing/2014/main" id="{09A5159D-F6C9-4990-A177-B90AA0464241}"/>
              </a:ext>
            </a:extLst>
          </p:cNvPr>
          <p:cNvSpPr/>
          <p:nvPr/>
        </p:nvSpPr>
        <p:spPr bwMode="auto">
          <a:xfrm>
            <a:off x="4860032" y="2270389"/>
            <a:ext cx="208855" cy="17452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ar-S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0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0" name="Ellipse 8">
            <a:extLst>
              <a:ext uri="{FF2B5EF4-FFF2-40B4-BE49-F238E27FC236}">
                <a16:creationId xmlns:a16="http://schemas.microsoft.com/office/drawing/2014/main" id="{FB369D0B-DF66-4860-A556-B90C9C2F223D}"/>
              </a:ext>
            </a:extLst>
          </p:cNvPr>
          <p:cNvSpPr/>
          <p:nvPr/>
        </p:nvSpPr>
        <p:spPr bwMode="auto">
          <a:xfrm>
            <a:off x="4860032" y="3062477"/>
            <a:ext cx="208855" cy="17452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ar-S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0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1" name="Ellipse 8">
            <a:extLst>
              <a:ext uri="{FF2B5EF4-FFF2-40B4-BE49-F238E27FC236}">
                <a16:creationId xmlns:a16="http://schemas.microsoft.com/office/drawing/2014/main" id="{9C2742FC-1487-4D9D-8DB0-A2F89B0963D0}"/>
              </a:ext>
            </a:extLst>
          </p:cNvPr>
          <p:cNvSpPr/>
          <p:nvPr/>
        </p:nvSpPr>
        <p:spPr bwMode="auto">
          <a:xfrm>
            <a:off x="4860032" y="4142597"/>
            <a:ext cx="208855" cy="17452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ar-S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000" b="1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112" name="Image 111">
            <a:extLst>
              <a:ext uri="{FF2B5EF4-FFF2-40B4-BE49-F238E27FC236}">
                <a16:creationId xmlns:a16="http://schemas.microsoft.com/office/drawing/2014/main" id="{35C0E035-DC42-451D-ACBD-E629200DBA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2545" y="3668870"/>
            <a:ext cx="409575" cy="144380"/>
          </a:xfrm>
          <a:prstGeom prst="rect">
            <a:avLst/>
          </a:prstGeom>
        </p:spPr>
      </p:pic>
      <p:pic>
        <p:nvPicPr>
          <p:cNvPr id="113" name="Image 112">
            <a:extLst>
              <a:ext uri="{FF2B5EF4-FFF2-40B4-BE49-F238E27FC236}">
                <a16:creationId xmlns:a16="http://schemas.microsoft.com/office/drawing/2014/main" id="{4C707E1A-C695-4FF3-893C-CEE36CC412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553" y="4748808"/>
            <a:ext cx="409575" cy="144380"/>
          </a:xfrm>
          <a:prstGeom prst="rect">
            <a:avLst/>
          </a:prstGeom>
        </p:spPr>
      </p:pic>
      <p:pic>
        <p:nvPicPr>
          <p:cNvPr id="114" name="Image 113">
            <a:extLst>
              <a:ext uri="{FF2B5EF4-FFF2-40B4-BE49-F238E27FC236}">
                <a16:creationId xmlns:a16="http://schemas.microsoft.com/office/drawing/2014/main" id="{883D1F77-A0A1-4426-B765-F46C62D4EE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3" y="1096875"/>
            <a:ext cx="8982907" cy="4805872"/>
          </a:xfrm>
          <a:prstGeom prst="rect">
            <a:avLst/>
          </a:prstGeom>
          <a:effectLst/>
        </p:spPr>
      </p:pic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AA976E06-7EC7-4B4F-B3DB-E4E6AA42C3CA}"/>
              </a:ext>
            </a:extLst>
          </p:cNvPr>
          <p:cNvSpPr/>
          <p:nvPr/>
        </p:nvSpPr>
        <p:spPr>
          <a:xfrm>
            <a:off x="399111" y="5157555"/>
            <a:ext cx="8453738" cy="1439797"/>
          </a:xfrm>
          <a:prstGeom prst="roundRect">
            <a:avLst/>
          </a:prstGeom>
          <a:solidFill>
            <a:srgbClr val="E3F1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b="1">
                <a:solidFill>
                  <a:schemeClr val="tx1"/>
                </a:solidFill>
                <a:latin typeface="Garamond" panose="02020404030301010803" pitchFamily="18" charset="0"/>
              </a:rPr>
              <a:t>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b="1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b="1">
                <a:solidFill>
                  <a:schemeClr val="tx1"/>
                </a:solidFill>
                <a:latin typeface="Garamond" panose="02020404030301010803" pitchFamily="18" charset="0"/>
              </a:rPr>
              <a:t>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b="1">
                <a:solidFill>
                  <a:schemeClr val="tx1"/>
                </a:solidFill>
                <a:latin typeface="Garamond" panose="02020404030301010803" pitchFamily="18" charset="0"/>
              </a:rPr>
              <a:t>    </a:t>
            </a:r>
          </a:p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b="1">
                <a:solidFill>
                  <a:schemeClr val="tx1"/>
                </a:solidFill>
                <a:latin typeface="Garamond" panose="02020404030301010803" pitchFamily="18" charset="0"/>
              </a:rPr>
              <a:t>      </a:t>
            </a:r>
            <a:r>
              <a:rPr lang="en-GB" b="1">
                <a:solidFill>
                  <a:schemeClr val="tx1"/>
                </a:solidFill>
                <a:latin typeface="Garamond" panose="02020404030301010803" pitchFamily="18" charset="0"/>
              </a:rPr>
              <a:t>Modelling the content of PMI standard for RM  via a conceptual graph </a:t>
            </a:r>
            <a:endParaRPr lang="en-US" b="1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algn="just"/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         </a:t>
            </a:r>
            <a:r>
              <a:rPr lang="en-GB" sz="1600">
                <a:solidFill>
                  <a:schemeClr val="tx1"/>
                </a:solidFill>
                <a:latin typeface="Garamond" panose="02020404030301010803" pitchFamily="18" charset="0"/>
              </a:rPr>
              <a:t>Attaches a </a:t>
            </a:r>
            <a:r>
              <a:rPr lang="en-GB" sz="1600">
                <a:solidFill>
                  <a:srgbClr val="FF0000"/>
                </a:solidFill>
                <a:latin typeface="Garamond" panose="02020404030301010803" pitchFamily="18" charset="0"/>
              </a:rPr>
              <a:t>formal</a:t>
            </a:r>
            <a:r>
              <a:rPr lang="en-GB" sz="1600">
                <a:solidFill>
                  <a:schemeClr val="tx1"/>
                </a:solidFill>
                <a:latin typeface="Garamond" panose="02020404030301010803" pitchFamily="18" charset="0"/>
              </a:rPr>
              <a:t> semantic representation to standard content (</a:t>
            </a:r>
            <a:r>
              <a:rPr lang="en-GB" sz="1600">
                <a:solidFill>
                  <a:srgbClr val="FF0000"/>
                </a:solidFill>
                <a:latin typeface="Garamond" panose="02020404030301010803" pitchFamily="18" charset="0"/>
              </a:rPr>
              <a:t>machine- readable format)</a:t>
            </a:r>
            <a:r>
              <a:rPr lang="en-GB" sz="1600">
                <a:solidFill>
                  <a:schemeClr val="tx1"/>
                </a:solidFill>
                <a:latin typeface="Garamond" panose="02020404030301010803" pitchFamily="18" charset="0"/>
              </a:rPr>
              <a:t>.</a:t>
            </a:r>
            <a:r>
              <a:rPr lang="en-GB" sz="1600">
                <a:solidFill>
                  <a:srgbClr val="FF0000"/>
                </a:solidFill>
                <a:latin typeface="Garamond" panose="02020404030301010803" pitchFamily="18" charset="0"/>
              </a:rPr>
              <a:t> </a:t>
            </a:r>
          </a:p>
          <a:p>
            <a:pPr algn="just"/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            Establishes an  internal integration within </a:t>
            </a:r>
            <a:r>
              <a:rPr lang="en-US" sz="1600">
                <a:solidFill>
                  <a:srgbClr val="FF0000"/>
                </a:solidFill>
                <a:latin typeface="Garamond" panose="02020404030301010803" pitchFamily="18" charset="0"/>
              </a:rPr>
              <a:t>processes </a:t>
            </a: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in terms of </a:t>
            </a:r>
            <a:r>
              <a:rPr lang="en-US" sz="1600">
                <a:solidFill>
                  <a:srgbClr val="FF0000"/>
                </a:solidFill>
                <a:latin typeface="Garamond" panose="02020404030301010803" pitchFamily="18" charset="0"/>
              </a:rPr>
              <a:t>inputs, T&amp;T and outputs</a:t>
            </a: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.   </a:t>
            </a:r>
            <a:r>
              <a:rPr lang="en-US" sz="1600">
                <a:solidFill>
                  <a:srgbClr val="FF0000"/>
                </a:solidFill>
                <a:latin typeface="Garamond" panose="02020404030301010803" pitchFamily="18" charset="0"/>
              </a:rPr>
              <a:t>         </a:t>
            </a:r>
          </a:p>
          <a:p>
            <a:pPr algn="just"/>
            <a:r>
              <a:rPr lang="en-US" sz="1600" b="1">
                <a:solidFill>
                  <a:srgbClr val="FF0000"/>
                </a:solidFill>
                <a:latin typeface="Garamond" panose="02020404030301010803" pitchFamily="18" charset="0"/>
              </a:rPr>
              <a:t>            </a:t>
            </a: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Improves the standard  interoperability to raison and predict.</a:t>
            </a:r>
          </a:p>
          <a:p>
            <a:endParaRPr lang="en-GB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                                                                                              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</a:p>
          <a:p>
            <a:pPr marL="285750" indent="-285750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2000">
                <a:solidFill>
                  <a:schemeClr val="tx1"/>
                </a:solidFill>
                <a:latin typeface="Garamond" panose="02020404030301010803" pitchFamily="18" charset="0"/>
              </a:rPr>
              <a:t>     </a:t>
            </a: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/>
              <a:t>0</a:t>
            </a:r>
          </a:p>
        </p:txBody>
      </p:sp>
      <p:pic>
        <p:nvPicPr>
          <p:cNvPr id="116" name="Image 115">
            <a:extLst>
              <a:ext uri="{FF2B5EF4-FFF2-40B4-BE49-F238E27FC236}">
                <a16:creationId xmlns:a16="http://schemas.microsoft.com/office/drawing/2014/main" id="{D98E9D13-4283-4891-A6EF-55D99E6A26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84" y="5667367"/>
            <a:ext cx="228600" cy="161925"/>
          </a:xfrm>
          <a:prstGeom prst="rect">
            <a:avLst/>
          </a:prstGeom>
        </p:spPr>
      </p:pic>
      <p:pic>
        <p:nvPicPr>
          <p:cNvPr id="117" name="Image 116">
            <a:extLst>
              <a:ext uri="{FF2B5EF4-FFF2-40B4-BE49-F238E27FC236}">
                <a16:creationId xmlns:a16="http://schemas.microsoft.com/office/drawing/2014/main" id="{3AE7ED66-EA1C-4824-8743-CE88D67567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59" y="5946092"/>
            <a:ext cx="228600" cy="161925"/>
          </a:xfrm>
          <a:prstGeom prst="rect">
            <a:avLst/>
          </a:prstGeom>
        </p:spPr>
      </p:pic>
      <p:pic>
        <p:nvPicPr>
          <p:cNvPr id="118" name="Image 117">
            <a:extLst>
              <a:ext uri="{FF2B5EF4-FFF2-40B4-BE49-F238E27FC236}">
                <a16:creationId xmlns:a16="http://schemas.microsoft.com/office/drawing/2014/main" id="{447E3D72-B877-4CAF-B80A-DBDB16599E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59" y="6219403"/>
            <a:ext cx="228600" cy="161925"/>
          </a:xfrm>
          <a:prstGeom prst="rect">
            <a:avLst/>
          </a:prstGeom>
        </p:spPr>
      </p:pic>
      <p:pic>
        <p:nvPicPr>
          <p:cNvPr id="119" name="Image 118">
            <a:extLst>
              <a:ext uri="{FF2B5EF4-FFF2-40B4-BE49-F238E27FC236}">
                <a16:creationId xmlns:a16="http://schemas.microsoft.com/office/drawing/2014/main" id="{B1813837-D838-4A0A-9FE9-5C02C16FC6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086" y="5352452"/>
            <a:ext cx="161925" cy="200025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466CBD0-C67D-4E91-A986-D9013326A8E8}"/>
              </a:ext>
            </a:extLst>
          </p:cNvPr>
          <p:cNvSpPr/>
          <p:nvPr/>
        </p:nvSpPr>
        <p:spPr>
          <a:xfrm>
            <a:off x="5508104" y="3140968"/>
            <a:ext cx="3518886" cy="10016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/>
      <p:bldP spid="105" grpId="0"/>
      <p:bldP spid="109" grpId="0" animBg="1"/>
      <p:bldP spid="110" grpId="0" animBg="1"/>
      <p:bldP spid="111" grpId="0" animBg="1"/>
      <p:bldP spid="115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6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714348" y="4357694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AutoShape 11"/>
          <p:cNvSpPr>
            <a:spLocks noChangeArrowheads="1"/>
          </p:cNvSpPr>
          <p:nvPr/>
        </p:nvSpPr>
        <p:spPr bwMode="gray">
          <a:xfrm>
            <a:off x="714348" y="4929198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gray">
          <a:xfrm>
            <a:off x="714348" y="4929198"/>
            <a:ext cx="428628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gray">
          <a:xfrm>
            <a:off x="785786" y="4357694"/>
            <a:ext cx="357190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" name="Flèche droite 40"/>
          <p:cNvSpPr/>
          <p:nvPr/>
        </p:nvSpPr>
        <p:spPr>
          <a:xfrm>
            <a:off x="857224" y="4786322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64" name="AutoShape 11"/>
          <p:cNvSpPr>
            <a:spLocks noChangeArrowheads="1"/>
          </p:cNvSpPr>
          <p:nvPr/>
        </p:nvSpPr>
        <p:spPr bwMode="gray">
          <a:xfrm>
            <a:off x="285720" y="4857760"/>
            <a:ext cx="500066" cy="381000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6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643438" y="142852"/>
            <a:ext cx="3737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>
                <a:solidFill>
                  <a:schemeClr val="bg1"/>
                </a:solidFill>
                <a:cs typeface="Andalus" pitchFamily="18" charset="-78"/>
              </a:rPr>
              <a:t>IA project Context: Knowledge graph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67CB57-1918-4DB3-9596-ED538AE91D6A}"/>
              </a:ext>
            </a:extLst>
          </p:cNvPr>
          <p:cNvSpPr/>
          <p:nvPr/>
        </p:nvSpPr>
        <p:spPr>
          <a:xfrm>
            <a:off x="162006" y="3341085"/>
            <a:ext cx="4456967" cy="28772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Times New Roman" pitchFamily="18" charset="0"/>
            </a:endParaRP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09CCE9FB-2176-44AB-929F-22D1A15C90D0}"/>
              </a:ext>
            </a:extLst>
          </p:cNvPr>
          <p:cNvGrpSpPr/>
          <p:nvPr/>
        </p:nvGrpSpPr>
        <p:grpSpPr>
          <a:xfrm>
            <a:off x="169508" y="1447708"/>
            <a:ext cx="4485178" cy="1821369"/>
            <a:chOff x="-6488715" y="524711"/>
            <a:chExt cx="8396834" cy="44085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5EC44D4-02CC-436B-8139-C30C97736A2B}"/>
                </a:ext>
              </a:extLst>
            </p:cNvPr>
            <p:cNvSpPr/>
            <p:nvPr/>
          </p:nvSpPr>
          <p:spPr>
            <a:xfrm>
              <a:off x="-6487953" y="654160"/>
              <a:ext cx="8396072" cy="31140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07000"/>
                </a:lnSpc>
                <a:spcAft>
                  <a:spcPts val="800"/>
                </a:spcAft>
              </a:pPr>
              <a:r>
                <a:rPr lang="en-GB">
                  <a:solidFill>
                    <a:schemeClr val="tx1"/>
                  </a:solidFill>
                  <a:latin typeface="Garamond" pitchFamily="18" charset="0"/>
                </a:rPr>
                <a:t>The process to acquire and represent knowledge from unstructured data in a format  machine</a:t>
              </a:r>
            </a:p>
            <a:p>
              <a:pPr algn="just">
                <a:lnSpc>
                  <a:spcPct val="107000"/>
                </a:lnSpc>
                <a:spcAft>
                  <a:spcPts val="800"/>
                </a:spcAft>
              </a:pPr>
              <a:r>
                <a:rPr lang="en-GB">
                  <a:solidFill>
                    <a:schemeClr val="tx1"/>
                  </a:solidFill>
                  <a:latin typeface="Garamond" pitchFamily="18" charset="0"/>
                </a:rPr>
                <a:t> understandable using </a:t>
              </a:r>
              <a:r>
                <a:rPr lang="en-GB" b="1">
                  <a:solidFill>
                    <a:schemeClr val="tx1"/>
                  </a:solidFill>
                  <a:latin typeface="Garamond" pitchFamily="18" charset="0"/>
                </a:rPr>
                <a:t>NLP techniques  </a:t>
              </a:r>
              <a:r>
                <a:rPr lang="en-GB">
                  <a:solidFill>
                    <a:srgbClr val="3333FF"/>
                  </a:solidFill>
                  <a:latin typeface="Garamond" pitchFamily="18" charset="0"/>
                </a:rPr>
                <a:t>[Al-</a:t>
              </a:r>
              <a:r>
                <a:rPr lang="en-GB" err="1">
                  <a:solidFill>
                    <a:srgbClr val="3333FF"/>
                  </a:solidFill>
                  <a:latin typeface="Garamond" pitchFamily="18" charset="0"/>
                </a:rPr>
                <a:t>Aswadi</a:t>
              </a:r>
              <a:r>
                <a:rPr lang="en-GB">
                  <a:solidFill>
                    <a:srgbClr val="3333FF"/>
                  </a:solidFill>
                  <a:latin typeface="Garamond" pitchFamily="18" charset="0"/>
                </a:rPr>
                <a:t> et al., 2020]</a:t>
              </a:r>
              <a:r>
                <a:rPr lang="en-GB">
                  <a:solidFill>
                    <a:schemeClr val="tx1"/>
                  </a:solidFill>
                  <a:latin typeface="Garamond" pitchFamily="18" charset="0"/>
                </a:rPr>
                <a:t>.</a:t>
              </a:r>
              <a:r>
                <a:rPr lang="en-GB">
                  <a:solidFill>
                    <a:srgbClr val="3333FF"/>
                  </a:solidFill>
                  <a:latin typeface="Garamond" pitchFamily="18" charset="0"/>
                </a:rPr>
                <a:t>          </a:t>
              </a:r>
              <a:r>
                <a:rPr lang="en-GB" b="1">
                  <a:solidFill>
                    <a:schemeClr val="tx1"/>
                  </a:solidFill>
                  <a:latin typeface="Garamond" pitchFamily="18" charset="0"/>
                </a:rPr>
                <a:t>OL layer cake 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>
                  <a:effectLst/>
                  <a:latin typeface="NimbusRomNo9L-Regu"/>
                  <a:ea typeface="Calibri" panose="020F0502020204030204" pitchFamily="34" charset="0"/>
                  <a:cs typeface="NimbusRomNo9L-Regu"/>
                </a:rPr>
                <a:t> 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itchFamily="18" charset="0"/>
              </a:endParaRPr>
            </a:p>
          </p:txBody>
        </p:sp>
        <p:sp>
          <p:nvSpPr>
            <p:cNvPr id="50" name="Round Same Side Corner Rectangle 17">
              <a:extLst>
                <a:ext uri="{FF2B5EF4-FFF2-40B4-BE49-F238E27FC236}">
                  <a16:creationId xmlns:a16="http://schemas.microsoft.com/office/drawing/2014/main" id="{1F452933-3A60-402F-BC59-DFA12DC2E474}"/>
                </a:ext>
              </a:extLst>
            </p:cNvPr>
            <p:cNvSpPr/>
            <p:nvPr/>
          </p:nvSpPr>
          <p:spPr>
            <a:xfrm>
              <a:off x="-6488715" y="524711"/>
              <a:ext cx="8358115" cy="117476"/>
            </a:xfrm>
            <a:prstGeom prst="round2Same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r>
                <a:rPr lang="en-US" b="1">
                  <a:solidFill>
                    <a:schemeClr val="bg1"/>
                  </a:solidFill>
                  <a:latin typeface="Garamond" pitchFamily="18" charset="0"/>
                </a:rPr>
                <a:t>Text Ontology learning </a:t>
              </a:r>
              <a:r>
                <a:rPr lang="en-US" sz="2000" b="1">
                  <a:solidFill>
                    <a:schemeClr val="bg1"/>
                  </a:solidFill>
                  <a:latin typeface="Garamond" pitchFamily="18" charset="0"/>
                </a:rPr>
                <a:t>(OL) </a:t>
              </a:r>
              <a:endParaRPr lang="en-US" sz="2000">
                <a:solidFill>
                  <a:srgbClr val="C00000"/>
                </a:solidFill>
                <a:latin typeface="Garamond" pitchFamily="18" charset="0"/>
              </a:endParaRPr>
            </a:p>
          </p:txBody>
        </p:sp>
      </p:grpSp>
      <p:sp>
        <p:nvSpPr>
          <p:cNvPr id="54" name="ZoneTexte 53">
            <a:extLst>
              <a:ext uri="{FF2B5EF4-FFF2-40B4-BE49-F238E27FC236}">
                <a16:creationId xmlns:a16="http://schemas.microsoft.com/office/drawing/2014/main" id="{7E8C8842-B431-472D-B6BD-E66306DD2BBC}"/>
              </a:ext>
            </a:extLst>
          </p:cNvPr>
          <p:cNvSpPr txBox="1"/>
          <p:nvPr/>
        </p:nvSpPr>
        <p:spPr>
          <a:xfrm>
            <a:off x="107504" y="3407837"/>
            <a:ext cx="4457495" cy="253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269875" algn="just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Blip>
                <a:blip r:embed="rId4"/>
              </a:buBlip>
              <a:tabLst>
                <a:tab pos="179388" algn="l"/>
              </a:tabLst>
              <a:defRPr/>
            </a:pPr>
            <a:r>
              <a:rPr lang="en-US">
                <a:latin typeface="Garamond" pitchFamily="18" charset="0"/>
              </a:rPr>
              <a:t>Provides a consensus of knowledge.</a:t>
            </a:r>
          </a:p>
          <a:p>
            <a:pPr marL="449263" indent="-269875" algn="just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Blip>
                <a:blip r:embed="rId4"/>
              </a:buBlip>
              <a:tabLst>
                <a:tab pos="179388" algn="l"/>
              </a:tabLst>
              <a:defRPr/>
            </a:pPr>
            <a:r>
              <a:rPr lang="en-US">
                <a:latin typeface="Garamond" pitchFamily="18" charset="0"/>
              </a:rPr>
              <a:t>Ensures the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semantic interoperability </a:t>
            </a:r>
            <a:r>
              <a:rPr lang="en-US">
                <a:latin typeface="Garamond" pitchFamily="18" charset="0"/>
              </a:rPr>
              <a:t>among the project stakeholders.</a:t>
            </a:r>
          </a:p>
          <a:p>
            <a:pPr marL="449263" indent="-269875" algn="just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Blip>
                <a:blip r:embed="rId4"/>
              </a:buBlip>
              <a:tabLst>
                <a:tab pos="179388" algn="l"/>
              </a:tabLst>
              <a:defRPr/>
            </a:pPr>
            <a:r>
              <a:rPr lang="en-US">
                <a:latin typeface="Garamond" pitchFamily="18" charset="0"/>
              </a:rPr>
              <a:t>Acts as  a knowledge repository to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share</a:t>
            </a:r>
            <a:r>
              <a:rPr lang="en-US">
                <a:latin typeface="Garamond" pitchFamily="18" charset="0"/>
              </a:rPr>
              <a:t>,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reuse</a:t>
            </a:r>
            <a:r>
              <a:rPr lang="en-US">
                <a:latin typeface="Garamond" pitchFamily="18" charset="0"/>
              </a:rPr>
              <a:t>  and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reason</a:t>
            </a:r>
            <a:r>
              <a:rPr lang="en-US">
                <a:latin typeface="Garamond" pitchFamily="18" charset="0"/>
              </a:rPr>
              <a:t> over it.</a:t>
            </a:r>
          </a:p>
          <a:p>
            <a:pPr marL="449263" indent="-269875" algn="just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Blip>
                <a:blip r:embed="rId4"/>
              </a:buBlip>
              <a:tabLst>
                <a:tab pos="179388" algn="l"/>
              </a:tabLst>
              <a:defRPr/>
            </a:pPr>
            <a:r>
              <a:rPr lang="en-US">
                <a:latin typeface="Garamond" pitchFamily="18" charset="0"/>
              </a:rPr>
              <a:t>Improves the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accuracy</a:t>
            </a:r>
            <a:r>
              <a:rPr lang="en-US">
                <a:latin typeface="Garamond" pitchFamily="18" charset="0"/>
              </a:rPr>
              <a:t> and 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rPr>
              <a:t>precision </a:t>
            </a:r>
            <a:r>
              <a:rPr lang="en-US">
                <a:latin typeface="Garamond" pitchFamily="18" charset="0"/>
              </a:rPr>
              <a:t>under the project implementation.</a:t>
            </a:r>
            <a:endParaRPr lang="en-US">
              <a:latin typeface="Calibri" pitchFamily="34" charset="0"/>
            </a:endParaRPr>
          </a:p>
        </p:txBody>
      </p: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9E12763B-47A4-4706-BB34-E884C5C5D5A0}"/>
              </a:ext>
            </a:extLst>
          </p:cNvPr>
          <p:cNvGrpSpPr/>
          <p:nvPr/>
        </p:nvGrpSpPr>
        <p:grpSpPr>
          <a:xfrm>
            <a:off x="169915" y="1451247"/>
            <a:ext cx="4457495" cy="1808241"/>
            <a:chOff x="200414" y="550987"/>
            <a:chExt cx="8345007" cy="43767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B9A1500-8921-4A75-AC4E-310459136265}"/>
                </a:ext>
              </a:extLst>
            </p:cNvPr>
            <p:cNvSpPr/>
            <p:nvPr/>
          </p:nvSpPr>
          <p:spPr>
            <a:xfrm>
              <a:off x="200414" y="677259"/>
              <a:ext cx="8345007" cy="31140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itchFamily="18" charset="0"/>
              </a:endParaRPr>
            </a:p>
            <a:p>
              <a:r>
                <a:rPr lang="en-GB" sz="2000">
                  <a:solidFill>
                    <a:schemeClr val="tx1"/>
                  </a:solidFill>
                  <a:latin typeface="Garamond" pitchFamily="18" charset="0"/>
                </a:rPr>
                <a:t>Structured conceptual representation  of DATA that connects data points through relationships, providing a semantic context.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Round Same Side Corner Rectangle 17">
              <a:extLst>
                <a:ext uri="{FF2B5EF4-FFF2-40B4-BE49-F238E27FC236}">
                  <a16:creationId xmlns:a16="http://schemas.microsoft.com/office/drawing/2014/main" id="{BEF18698-32B0-4163-9FDA-B37F28D51F59}"/>
                </a:ext>
              </a:extLst>
            </p:cNvPr>
            <p:cNvSpPr/>
            <p:nvPr/>
          </p:nvSpPr>
          <p:spPr>
            <a:xfrm>
              <a:off x="200414" y="550987"/>
              <a:ext cx="8345007" cy="117476"/>
            </a:xfrm>
            <a:prstGeom prst="round2Same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r>
                <a:rPr lang="fr-FR" sz="2000" b="1">
                  <a:solidFill>
                    <a:schemeClr val="bg1"/>
                  </a:solidFill>
                  <a:latin typeface="Garamond" pitchFamily="18" charset="0"/>
                </a:rPr>
                <a:t>Knowledge Graph </a:t>
              </a:r>
              <a:endParaRPr lang="fr-FR" sz="2000">
                <a:solidFill>
                  <a:srgbClr val="C00000"/>
                </a:solidFill>
                <a:latin typeface="Garamond" pitchFamily="18" charset="0"/>
              </a:endParaRPr>
            </a:p>
          </p:txBody>
        </p:sp>
      </p:grpSp>
      <p:pic>
        <p:nvPicPr>
          <p:cNvPr id="67" name="Image 66">
            <a:extLst>
              <a:ext uri="{FF2B5EF4-FFF2-40B4-BE49-F238E27FC236}">
                <a16:creationId xmlns:a16="http://schemas.microsoft.com/office/drawing/2014/main" id="{E8DD856B-208D-421F-9D1C-42B33381DA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95" y="1453838"/>
            <a:ext cx="4253399" cy="221913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A040791-0904-4EDE-BF24-E85CD17B2A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152" y="3852625"/>
            <a:ext cx="4269344" cy="2559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7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714348" y="4357694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AutoShape 11"/>
          <p:cNvSpPr>
            <a:spLocks noChangeArrowheads="1"/>
          </p:cNvSpPr>
          <p:nvPr/>
        </p:nvSpPr>
        <p:spPr bwMode="gray">
          <a:xfrm>
            <a:off x="714348" y="4929198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gray">
          <a:xfrm>
            <a:off x="714348" y="4929198"/>
            <a:ext cx="428628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gray">
          <a:xfrm>
            <a:off x="785786" y="4357694"/>
            <a:ext cx="357190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" name="Flèche droite 40"/>
          <p:cNvSpPr/>
          <p:nvPr/>
        </p:nvSpPr>
        <p:spPr>
          <a:xfrm>
            <a:off x="857224" y="4786322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64" name="AutoShape 11"/>
          <p:cNvSpPr>
            <a:spLocks noChangeArrowheads="1"/>
          </p:cNvSpPr>
          <p:nvPr/>
        </p:nvSpPr>
        <p:spPr bwMode="gray">
          <a:xfrm>
            <a:off x="285720" y="4857760"/>
            <a:ext cx="500066" cy="381000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643438" y="142852"/>
            <a:ext cx="1246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>
                <a:solidFill>
                  <a:schemeClr val="bg1"/>
                </a:solidFill>
                <a:cs typeface="Andalus" pitchFamily="18" charset="-78"/>
              </a:rPr>
              <a:t>Motivation</a:t>
            </a:r>
          </a:p>
        </p:txBody>
      </p:sp>
      <p:pic>
        <p:nvPicPr>
          <p:cNvPr id="5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" name="ZoneTexte 61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63" name="Espace réservé du numéro de diapositive 14"/>
          <p:cNvSpPr txBox="1">
            <a:spLocks/>
          </p:cNvSpPr>
          <p:nvPr/>
        </p:nvSpPr>
        <p:spPr>
          <a:xfrm>
            <a:off x="7010400" y="656433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981328-B085-4EFE-901B-9AC4850B260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5" name="AutoShape 11"/>
          <p:cNvSpPr>
            <a:spLocks noChangeArrowheads="1"/>
          </p:cNvSpPr>
          <p:nvPr/>
        </p:nvSpPr>
        <p:spPr bwMode="gray">
          <a:xfrm>
            <a:off x="714348" y="4357694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68" name="AutoShape 11"/>
          <p:cNvSpPr>
            <a:spLocks noChangeArrowheads="1"/>
          </p:cNvSpPr>
          <p:nvPr/>
        </p:nvSpPr>
        <p:spPr bwMode="gray">
          <a:xfrm>
            <a:off x="714348" y="4929198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69" name="AutoShape 11"/>
          <p:cNvSpPr>
            <a:spLocks noChangeArrowheads="1"/>
          </p:cNvSpPr>
          <p:nvPr/>
        </p:nvSpPr>
        <p:spPr bwMode="gray">
          <a:xfrm>
            <a:off x="714348" y="4929198"/>
            <a:ext cx="428628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0" name="AutoShape 11"/>
          <p:cNvSpPr>
            <a:spLocks noChangeArrowheads="1"/>
          </p:cNvSpPr>
          <p:nvPr/>
        </p:nvSpPr>
        <p:spPr bwMode="gray">
          <a:xfrm>
            <a:off x="785786" y="4357694"/>
            <a:ext cx="357190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1" name="Flèche droite 70"/>
          <p:cNvSpPr/>
          <p:nvPr/>
        </p:nvSpPr>
        <p:spPr>
          <a:xfrm>
            <a:off x="857224" y="4786322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3" name="Rectangle 72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5" name="AutoShape 11"/>
          <p:cNvSpPr>
            <a:spLocks noChangeArrowheads="1"/>
          </p:cNvSpPr>
          <p:nvPr/>
        </p:nvSpPr>
        <p:spPr bwMode="gray">
          <a:xfrm>
            <a:off x="285720" y="4857760"/>
            <a:ext cx="500066" cy="381000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8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9" name="Rectangle 78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89" name="ZoneTexte 88"/>
          <p:cNvSpPr txBox="1"/>
          <p:nvPr/>
        </p:nvSpPr>
        <p:spPr>
          <a:xfrm>
            <a:off x="4786314" y="0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Motivation &amp; Objectives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5D8C471-08ED-4799-BF03-8A2259EB9518}"/>
              </a:ext>
            </a:extLst>
          </p:cNvPr>
          <p:cNvSpPr txBox="1"/>
          <p:nvPr/>
        </p:nvSpPr>
        <p:spPr>
          <a:xfrm>
            <a:off x="107504" y="1633430"/>
            <a:ext cx="8928992" cy="84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269875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Blip>
                <a:blip r:embed="rId4"/>
              </a:buBlip>
              <a:tabLst>
                <a:tab pos="179388" algn="l"/>
              </a:tabLst>
              <a:defRPr/>
            </a:pPr>
            <a:r>
              <a:rPr lang="en-GB" sz="1700">
                <a:latin typeface="Garamond" panose="02020404030301010803" pitchFamily="18" charset="0"/>
              </a:rPr>
              <a:t>In order to assist practitioners and researchers to better study the impact of their decisions and evaluate the Project Risk (PR) as precisely as possible :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5318AEF-AC4A-4D87-9695-2502EF48AE83}"/>
              </a:ext>
            </a:extLst>
          </p:cNvPr>
          <p:cNvSpPr/>
          <p:nvPr/>
        </p:nvSpPr>
        <p:spPr>
          <a:xfrm>
            <a:off x="482755" y="2518590"/>
            <a:ext cx="8453738" cy="1429548"/>
          </a:xfrm>
          <a:prstGeom prst="roundRect">
            <a:avLst/>
          </a:prstGeom>
          <a:solidFill>
            <a:srgbClr val="E3F1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accent4">
                  <a:lumMod val="75000"/>
                </a:schemeClr>
              </a:buClr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 b="1">
                <a:solidFill>
                  <a:schemeClr val="tx1"/>
                </a:solidFill>
                <a:latin typeface="Garamond" panose="02020404030301010803" pitchFamily="18" charset="0"/>
              </a:rPr>
              <a:t>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 b="1">
                <a:solidFill>
                  <a:schemeClr val="tx1"/>
                </a:solidFill>
                <a:latin typeface="Garamond" panose="02020404030301010803" pitchFamily="18" charset="0"/>
              </a:rPr>
              <a:t>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 b="1">
                <a:solidFill>
                  <a:schemeClr val="tx1"/>
                </a:solidFill>
                <a:latin typeface="Garamond" panose="02020404030301010803" pitchFamily="18" charset="0"/>
              </a:rPr>
              <a:t>       </a:t>
            </a:r>
            <a:r>
              <a:rPr lang="en-GB" sz="1600" b="1">
                <a:solidFill>
                  <a:schemeClr val="tx1"/>
                </a:solidFill>
                <a:latin typeface="Garamond" panose="02020404030301010803" pitchFamily="18" charset="0"/>
              </a:rPr>
              <a:t>Propose an automatic building approach on Project Risk Management (PRM) to model a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GB" sz="1600" b="1">
                <a:solidFill>
                  <a:schemeClr val="tx1"/>
                </a:solidFill>
                <a:latin typeface="Garamond" panose="02020404030301010803" pitchFamily="18" charset="0"/>
              </a:rPr>
              <a:t>       conceptual graph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16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              </a:t>
            </a: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2000">
                <a:solidFill>
                  <a:schemeClr val="tx1"/>
                </a:solidFill>
                <a:latin typeface="Garamond" panose="02020404030301010803" pitchFamily="18" charset="0"/>
              </a:rPr>
              <a:t>     </a:t>
            </a: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</p:txBody>
      </p:sp>
      <p:sp>
        <p:nvSpPr>
          <p:cNvPr id="50" name="Ellipse 8">
            <a:extLst>
              <a:ext uri="{FF2B5EF4-FFF2-40B4-BE49-F238E27FC236}">
                <a16:creationId xmlns:a16="http://schemas.microsoft.com/office/drawing/2014/main" id="{BF0106F1-3C2E-4869-9540-367CA2236E80}"/>
              </a:ext>
            </a:extLst>
          </p:cNvPr>
          <p:cNvSpPr/>
          <p:nvPr/>
        </p:nvSpPr>
        <p:spPr bwMode="auto">
          <a:xfrm>
            <a:off x="576931" y="2564904"/>
            <a:ext cx="208855" cy="2072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ar-S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000" b="1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1990CF28-442B-4CD5-A85E-AFCB94A1E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99" y="3068960"/>
            <a:ext cx="161925" cy="200025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E7D67A0C-9058-4AA7-896B-0FFFCF1A9290}"/>
              </a:ext>
            </a:extLst>
          </p:cNvPr>
          <p:cNvSpPr txBox="1"/>
          <p:nvPr/>
        </p:nvSpPr>
        <p:spPr>
          <a:xfrm>
            <a:off x="1162436" y="3018438"/>
            <a:ext cx="7344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Garamond" panose="02020404030301010803" pitchFamily="18" charset="0"/>
              </a:rPr>
              <a:t> Learn from unstructured corpus “RM standard ”: </a:t>
            </a:r>
            <a:r>
              <a:rPr lang="en-US" sz="1600">
                <a:solidFill>
                  <a:srgbClr val="C00000"/>
                </a:solidFill>
                <a:latin typeface="Garamond" panose="02020404030301010803" pitchFamily="18" charset="0"/>
              </a:rPr>
              <a:t>the knowledge retrieval process</a:t>
            </a: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2EEA624D-BA69-4C3A-9485-8632239D6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99" y="3429000"/>
            <a:ext cx="161925" cy="200025"/>
          </a:xfrm>
          <a:prstGeom prst="rect">
            <a:avLst/>
          </a:prstGeom>
        </p:spPr>
      </p:pic>
      <p:sp>
        <p:nvSpPr>
          <p:cNvPr id="54" name="ZoneTexte 53">
            <a:extLst>
              <a:ext uri="{FF2B5EF4-FFF2-40B4-BE49-F238E27FC236}">
                <a16:creationId xmlns:a16="http://schemas.microsoft.com/office/drawing/2014/main" id="{F389A0A1-6D28-4E92-B815-B347937916EE}"/>
              </a:ext>
            </a:extLst>
          </p:cNvPr>
          <p:cNvSpPr txBox="1"/>
          <p:nvPr/>
        </p:nvSpPr>
        <p:spPr>
          <a:xfrm>
            <a:off x="1184952" y="3428897"/>
            <a:ext cx="7673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Garamond" panose="02020404030301010803" pitchFamily="18" charset="0"/>
              </a:rPr>
              <a:t>Optimize  the preprocessed data on according to PMBOK guideline </a:t>
            </a:r>
            <a:r>
              <a:rPr lang="en-US" sz="1600">
                <a:latin typeface="Garamond" panose="02020404030301010803" pitchFamily="18" charset="0"/>
                <a:sym typeface="Wingdings" panose="05000000000000000000" pitchFamily="2" charset="2"/>
              </a:rPr>
              <a:t> </a:t>
            </a:r>
            <a:r>
              <a:rPr lang="en-US" sz="1600">
                <a:solidFill>
                  <a:srgbClr val="C00000"/>
                </a:solidFill>
                <a:latin typeface="Garamond" panose="02020404030301010803" pitchFamily="18" charset="0"/>
                <a:sym typeface="Wingdings" panose="05000000000000000000" pitchFamily="2" charset="2"/>
              </a:rPr>
              <a:t>Knowledge </a:t>
            </a:r>
            <a:r>
              <a:rPr lang="en-US" sz="1600">
                <a:solidFill>
                  <a:srgbClr val="C00000"/>
                </a:solidFill>
                <a:latin typeface="Garamond" panose="02020404030301010803" pitchFamily="18" charset="0"/>
              </a:rPr>
              <a:t>enrichment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049DF175-4364-4209-AE87-300E32337F21}"/>
              </a:ext>
            </a:extLst>
          </p:cNvPr>
          <p:cNvSpPr/>
          <p:nvPr/>
        </p:nvSpPr>
        <p:spPr>
          <a:xfrm>
            <a:off x="395536" y="4096515"/>
            <a:ext cx="8462744" cy="1276701"/>
          </a:xfrm>
          <a:prstGeom prst="roundRect">
            <a:avLst/>
          </a:prstGeom>
          <a:solidFill>
            <a:srgbClr val="E3F1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accent4">
                  <a:lumMod val="75000"/>
                </a:schemeClr>
              </a:buClr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 b="1">
                <a:solidFill>
                  <a:schemeClr val="tx1"/>
                </a:solidFill>
                <a:latin typeface="Garamond" panose="02020404030301010803" pitchFamily="18" charset="0"/>
              </a:rPr>
              <a:t>                             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 b="1">
                <a:solidFill>
                  <a:schemeClr val="tx1"/>
                </a:solidFill>
                <a:latin typeface="Garamond" panose="02020404030301010803" pitchFamily="18" charset="0"/>
              </a:rPr>
              <a:t>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1600" b="1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1600" b="1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 b="1">
                <a:solidFill>
                  <a:schemeClr val="tx1"/>
                </a:solidFill>
                <a:latin typeface="Garamond" panose="02020404030301010803" pitchFamily="18" charset="0"/>
              </a:rPr>
              <a:t>     </a:t>
            </a: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The resulting preprocessed data   will be converted into graph with respect to data structure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          Construct graph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          Node and edge feature engineering</a:t>
            </a: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  <a:sym typeface="Wingdings" panose="05000000000000000000" pitchFamily="2" charset="2"/>
              </a:rPr>
              <a:t> </a:t>
            </a:r>
            <a:r>
              <a:rPr lang="en-US" sz="1600">
                <a:solidFill>
                  <a:srgbClr val="C00000"/>
                </a:solidFill>
                <a:latin typeface="Garamond" panose="02020404030301010803" pitchFamily="18" charset="0"/>
                <a:sym typeface="Wingdings" panose="05000000000000000000" pitchFamily="2" charset="2"/>
              </a:rPr>
              <a:t>Graph embedding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           conceptual graph generation    </a:t>
            </a: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      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 sz="200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2000">
                <a:solidFill>
                  <a:schemeClr val="tx1"/>
                </a:solidFill>
                <a:latin typeface="Garamond" panose="02020404030301010803" pitchFamily="18" charset="0"/>
              </a:rPr>
              <a:t>     </a:t>
            </a: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  <a:p>
            <a:pPr>
              <a:buClr>
                <a:schemeClr val="accent4">
                  <a:lumMod val="75000"/>
                </a:schemeClr>
              </a:buClr>
            </a:pPr>
            <a:endParaRPr lang="en-US"/>
          </a:p>
        </p:txBody>
      </p:sp>
      <p:sp>
        <p:nvSpPr>
          <p:cNvPr id="44" name="Ellipse 8">
            <a:extLst>
              <a:ext uri="{FF2B5EF4-FFF2-40B4-BE49-F238E27FC236}">
                <a16:creationId xmlns:a16="http://schemas.microsoft.com/office/drawing/2014/main" id="{3233965D-A320-489E-AD02-48716B2CDFCB}"/>
              </a:ext>
            </a:extLst>
          </p:cNvPr>
          <p:cNvSpPr/>
          <p:nvPr/>
        </p:nvSpPr>
        <p:spPr bwMode="auto">
          <a:xfrm>
            <a:off x="539552" y="4373878"/>
            <a:ext cx="208855" cy="2072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ar-S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0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D0C03107-E917-4FF6-A5E3-010C2E77B486}"/>
              </a:ext>
            </a:extLst>
          </p:cNvPr>
          <p:cNvSpPr/>
          <p:nvPr/>
        </p:nvSpPr>
        <p:spPr>
          <a:xfrm>
            <a:off x="395536" y="5520997"/>
            <a:ext cx="8469053" cy="932339"/>
          </a:xfrm>
          <a:prstGeom prst="roundRect">
            <a:avLst/>
          </a:prstGeom>
          <a:solidFill>
            <a:srgbClr val="E3F1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accent4">
                  <a:lumMod val="75000"/>
                </a:schemeClr>
              </a:buClr>
            </a:pP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</a:rPr>
              <a:t>    Implement a recommender engine  that infers personalized recommendation , guidelines, information from the proposed conceptual optimized  graph </a:t>
            </a:r>
            <a:r>
              <a:rPr lang="en-US" sz="1600">
                <a:solidFill>
                  <a:schemeClr val="tx1"/>
                </a:solidFill>
                <a:latin typeface="Garamond" panose="02020404030301010803" pitchFamily="18" charset="0"/>
                <a:sym typeface="Wingdings" panose="05000000000000000000" pitchFamily="2" charset="2"/>
              </a:rPr>
              <a:t> </a:t>
            </a:r>
            <a:r>
              <a:rPr lang="en-US" sz="1600">
                <a:solidFill>
                  <a:srgbClr val="C00000"/>
                </a:solidFill>
                <a:latin typeface="Garamond" panose="02020404030301010803" pitchFamily="18" charset="0"/>
                <a:sym typeface="Wingdings" panose="05000000000000000000" pitchFamily="2" charset="2"/>
              </a:rPr>
              <a:t>Final output is  a web application</a:t>
            </a:r>
            <a:endParaRPr lang="en-US" sz="160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48" name="Ellipse 8">
            <a:extLst>
              <a:ext uri="{FF2B5EF4-FFF2-40B4-BE49-F238E27FC236}">
                <a16:creationId xmlns:a16="http://schemas.microsoft.com/office/drawing/2014/main" id="{911A6285-7F38-4280-A3EE-29BDE54131A5}"/>
              </a:ext>
            </a:extLst>
          </p:cNvPr>
          <p:cNvSpPr/>
          <p:nvPr/>
        </p:nvSpPr>
        <p:spPr bwMode="auto">
          <a:xfrm>
            <a:off x="467544" y="5733256"/>
            <a:ext cx="208855" cy="2072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ar-S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000" b="1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D8FC558F-463F-4406-B8F8-10E4D5E23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84" y="4625702"/>
            <a:ext cx="180975" cy="171450"/>
          </a:xfrm>
          <a:prstGeom prst="rect">
            <a:avLst/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8849D74F-D872-46EE-9C3F-9757DE6D7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84" y="4841726"/>
            <a:ext cx="180975" cy="171450"/>
          </a:xfrm>
          <a:prstGeom prst="rect">
            <a:avLst/>
          </a:prstGeom>
        </p:spPr>
      </p:pic>
      <p:pic>
        <p:nvPicPr>
          <p:cNvPr id="67" name="Image 66">
            <a:extLst>
              <a:ext uri="{FF2B5EF4-FFF2-40B4-BE49-F238E27FC236}">
                <a16:creationId xmlns:a16="http://schemas.microsoft.com/office/drawing/2014/main" id="{79609105-B023-41E9-AA24-70480D536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84" y="5129758"/>
            <a:ext cx="1809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" name="ZoneTexte 35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37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8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8" name="AutoShape 11"/>
          <p:cNvSpPr>
            <a:spLocks noChangeArrowheads="1"/>
          </p:cNvSpPr>
          <p:nvPr/>
        </p:nvSpPr>
        <p:spPr bwMode="gray">
          <a:xfrm>
            <a:off x="214282" y="4429132"/>
            <a:ext cx="857256" cy="928694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" name="Rectangle 47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50" name="Rectangle 49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3929058" y="0"/>
            <a:ext cx="4143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>
              <a:solidFill>
                <a:schemeClr val="bg1"/>
              </a:solidFill>
            </a:endParaRPr>
          </a:p>
          <a:p>
            <a:pPr algn="ctr"/>
            <a:r>
              <a:rPr lang="en-US" b="1">
                <a:solidFill>
                  <a:schemeClr val="bg1"/>
                </a:solidFill>
              </a:rPr>
              <a:t>System architecture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C446328-99C2-4D33-A9F6-D76487FA2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090612"/>
            <a:ext cx="8572500" cy="46767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BDCC098-5FD6-4F29-B58B-CB4C28B70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9" y="1040654"/>
            <a:ext cx="8753028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9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714348" y="4357694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AutoShape 11"/>
          <p:cNvSpPr>
            <a:spLocks noChangeArrowheads="1"/>
          </p:cNvSpPr>
          <p:nvPr/>
        </p:nvSpPr>
        <p:spPr bwMode="gray">
          <a:xfrm>
            <a:off x="714348" y="4929198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gray">
          <a:xfrm>
            <a:off x="714348" y="4929198"/>
            <a:ext cx="428628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gray">
          <a:xfrm>
            <a:off x="785786" y="4357694"/>
            <a:ext cx="357190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" name="Flèche droite 40"/>
          <p:cNvSpPr/>
          <p:nvPr/>
        </p:nvSpPr>
        <p:spPr>
          <a:xfrm>
            <a:off x="857224" y="4786322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64" name="AutoShape 11"/>
          <p:cNvSpPr>
            <a:spLocks noChangeArrowheads="1"/>
          </p:cNvSpPr>
          <p:nvPr/>
        </p:nvSpPr>
        <p:spPr bwMode="gray">
          <a:xfrm>
            <a:off x="285720" y="4857760"/>
            <a:ext cx="500066" cy="381000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6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1214422"/>
            <a:ext cx="500400" cy="512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5536" y="2132856"/>
            <a:ext cx="500400" cy="520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02293" y="3821909"/>
            <a:ext cx="463383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Organigramme : Alternative 48"/>
          <p:cNvSpPr/>
          <p:nvPr/>
        </p:nvSpPr>
        <p:spPr>
          <a:xfrm>
            <a:off x="1142976" y="3357562"/>
            <a:ext cx="8001024" cy="500066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14876" y="142852"/>
            <a:ext cx="3836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/>
            <a:r>
              <a:rPr lang="en-US" b="1">
                <a:solidFill>
                  <a:schemeClr val="bg1"/>
                </a:solidFill>
                <a:cs typeface="Andalus" pitchFamily="18" charset="-78"/>
              </a:rPr>
              <a:t>Project Outlines: Steps to be followed </a:t>
            </a: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064588" y="1997952"/>
            <a:ext cx="7685309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i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Conceptual graph building module (2):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With respect to the DL layers, we automatically structure and represent the RM knowledge into Graph structure . Then, a recommendation engine will be developed to encapsulate the interdependencies between concepts (e.g. “IF PR has probability value between 0.8 and 1 and impact rating value 100, THEN we obtain very high exposure and score value 100”). </a:t>
            </a:r>
            <a:endParaRPr lang="fr-FR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fr-FR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925659" y="880576"/>
            <a:ext cx="80724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r>
              <a:rPr lang="en-US" b="1" i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knowledge retrieval module (1):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aims to extract the relevant knowledge (concepts, instances, relationships) from PMI’s  corpus  which is the reference best practice on RM. </a:t>
            </a:r>
          </a:p>
          <a:p>
            <a:endParaRPr lang="en-US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857947" y="3910424"/>
            <a:ext cx="81439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recommendation module (3)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aims to infer personalized recommendation, advices on whether additional information is needed and suggests ways to obtain such information using recommendation techniques and approaches. </a:t>
            </a:r>
          </a:p>
          <a:p>
            <a:pPr algn="just"/>
            <a:r>
              <a:rPr lang="en-US" u="sng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algn="just"/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For  each process, the related tools and the deliverables (documents, lesson learned) are inferred based on user’s search query and profile. </a:t>
            </a:r>
          </a:p>
          <a:p>
            <a:pPr algn="just"/>
            <a:endParaRPr lang="en-US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à"/>
            </a:pP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A web-based system is implemented to support practitioners (e.g. project manager, risk owner, risk action owner) activities and then make the right decisions.</a:t>
            </a:r>
          </a:p>
          <a:p>
            <a:pPr marL="285750" indent="-285750" algn="just">
              <a:buFont typeface="Wingdings" panose="05000000000000000000" pitchFamily="2" charset="2"/>
              <a:buChar char="à"/>
            </a:pPr>
            <a:endParaRPr lang="fr-FR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10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714348" y="4357694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AutoShape 11"/>
          <p:cNvSpPr>
            <a:spLocks noChangeArrowheads="1"/>
          </p:cNvSpPr>
          <p:nvPr/>
        </p:nvSpPr>
        <p:spPr bwMode="gray">
          <a:xfrm>
            <a:off x="714348" y="4929198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gray">
          <a:xfrm>
            <a:off x="714348" y="4929198"/>
            <a:ext cx="428628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gray">
          <a:xfrm>
            <a:off x="785786" y="4357694"/>
            <a:ext cx="357190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" name="Flèche droite 40"/>
          <p:cNvSpPr/>
          <p:nvPr/>
        </p:nvSpPr>
        <p:spPr>
          <a:xfrm>
            <a:off x="857224" y="4786322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64" name="AutoShape 11"/>
          <p:cNvSpPr>
            <a:spLocks noChangeArrowheads="1"/>
          </p:cNvSpPr>
          <p:nvPr/>
        </p:nvSpPr>
        <p:spPr bwMode="gray">
          <a:xfrm>
            <a:off x="285720" y="4857760"/>
            <a:ext cx="500066" cy="381000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1214422"/>
            <a:ext cx="500400" cy="512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2564904"/>
            <a:ext cx="500400" cy="520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0034" y="4149080"/>
            <a:ext cx="463383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Organigramme : Alternative 48"/>
          <p:cNvSpPr/>
          <p:nvPr/>
        </p:nvSpPr>
        <p:spPr>
          <a:xfrm>
            <a:off x="1142976" y="3357562"/>
            <a:ext cx="8001024" cy="500066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14876" y="142852"/>
            <a:ext cx="3836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/>
            <a:r>
              <a:rPr lang="en-US" b="1">
                <a:solidFill>
                  <a:schemeClr val="bg1"/>
                </a:solidFill>
                <a:cs typeface="Andalus" pitchFamily="18" charset="-78"/>
              </a:rPr>
              <a:t>Project Outlines: Steps to be followed </a:t>
            </a: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000100" y="2227725"/>
            <a:ext cx="800105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This retrieved knowledge will be parsed following DL architecture layers  into </a:t>
            </a:r>
            <a:r>
              <a:rPr lang="en-US" err="1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into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GRAPH(</a:t>
            </a:r>
            <a:r>
              <a:rPr 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concepts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Object properties, axioms ,rules , synonyms, keywords,,,)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for building conceptual graph by applying machine learning  techniques and deep learning architectures to structure the knowledge elements.</a:t>
            </a:r>
          </a:p>
          <a:p>
            <a:pPr algn="just"/>
            <a:endParaRPr lang="fr-FR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1000100" y="3740901"/>
            <a:ext cx="8001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Based on graph repository by implementing association rules/rule base,  </a:t>
            </a:r>
            <a:r>
              <a:rPr lang="en-US" b="1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Recommendations, guidelines and other information 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will inferred and predicted.</a:t>
            </a:r>
            <a:endParaRPr lang="fr-FR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/>
          </a:p>
        </p:txBody>
      </p:sp>
      <p:sp>
        <p:nvSpPr>
          <p:cNvPr id="29" name="ZoneTexte 28"/>
          <p:cNvSpPr txBox="1"/>
          <p:nvPr/>
        </p:nvSpPr>
        <p:spPr>
          <a:xfrm>
            <a:off x="928662" y="1142984"/>
            <a:ext cx="8072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automatic knowledge retrieval  process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from unstructured text which is </a:t>
            </a:r>
            <a:r>
              <a:rPr lang="en-US" u="sng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PMI’s standard for  PRM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116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pages) using NLP techniques ,transformer models and LLMs.</a:t>
            </a:r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42900" y="5429264"/>
            <a:ext cx="4572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ZoneTexte 30"/>
          <p:cNvSpPr txBox="1"/>
          <p:nvPr/>
        </p:nvSpPr>
        <p:spPr>
          <a:xfrm>
            <a:off x="1000100" y="5146415"/>
            <a:ext cx="8143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Implement a conceptual graph based recommendation system as a </a:t>
            </a:r>
            <a:r>
              <a:rPr lang="en-US" b="1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web application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to infer a real-time personalized recommendation  according to project stakeholder’s requests </a:t>
            </a:r>
            <a:r>
              <a:rPr lang="en-US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The system evaluation through   </a:t>
            </a:r>
            <a:r>
              <a:rPr 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expert review meeting, black-box testing methods, etc</a:t>
            </a: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.</a:t>
            </a:r>
            <a:r>
              <a:rPr 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endParaRPr lang="fr-FR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11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214282" y="4429132"/>
            <a:ext cx="857256" cy="928694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6477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6527F11B-ADDD-41EE-B2F8-CE5368114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5416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7EB6CA18-D4F0-4839-BC18-772EF5037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CC3623F-1CA7-4958-941D-F19F4061EBB9}"/>
              </a:ext>
            </a:extLst>
          </p:cNvPr>
          <p:cNvSpPr txBox="1"/>
          <p:nvPr/>
        </p:nvSpPr>
        <p:spPr>
          <a:xfrm>
            <a:off x="107504" y="1482804"/>
            <a:ext cx="8928992" cy="44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269875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Blip>
                <a:blip r:embed="rId5"/>
              </a:buBlip>
              <a:tabLst>
                <a:tab pos="179388" algn="l"/>
              </a:tabLst>
              <a:defRPr/>
            </a:pPr>
            <a:r>
              <a:rPr lang="fr-FR" sz="1700" b="1">
                <a:latin typeface="Garamond" panose="02020404030301010803" pitchFamily="18" charset="0"/>
              </a:rPr>
              <a:t>Graph illustration   </a:t>
            </a:r>
            <a:endParaRPr lang="en-GB" sz="1700" b="1">
              <a:latin typeface="Garamond" panose="02020404030301010803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1B451-AAC3-4712-9038-788D82E11C47}"/>
              </a:ext>
            </a:extLst>
          </p:cNvPr>
          <p:cNvSpPr/>
          <p:nvPr/>
        </p:nvSpPr>
        <p:spPr>
          <a:xfrm>
            <a:off x="4597569" y="167102"/>
            <a:ext cx="29446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/>
            <a:r>
              <a:rPr lang="en-US" b="1">
                <a:solidFill>
                  <a:schemeClr val="bg1"/>
                </a:solidFill>
                <a:cs typeface="Andalus" pitchFamily="18" charset="-78"/>
              </a:rPr>
              <a:t>Prototypes with illustrations </a:t>
            </a:r>
          </a:p>
          <a:p>
            <a:pPr marL="571500" indent="-571500"/>
            <a:endParaRPr lang="en-US" b="1">
              <a:solidFill>
                <a:schemeClr val="bg1"/>
              </a:solidFill>
              <a:cs typeface="Andalus" pitchFamily="18" charset="-78"/>
            </a:endParaRPr>
          </a:p>
        </p:txBody>
      </p:sp>
      <p:sp>
        <p:nvSpPr>
          <p:cNvPr id="17" name="Round Same Side Corner Rectangle 17">
            <a:extLst>
              <a:ext uri="{FF2B5EF4-FFF2-40B4-BE49-F238E27FC236}">
                <a16:creationId xmlns:a16="http://schemas.microsoft.com/office/drawing/2014/main" id="{AAD41204-81D0-41EE-ACE3-C60305D12EA7}"/>
              </a:ext>
            </a:extLst>
          </p:cNvPr>
          <p:cNvSpPr/>
          <p:nvPr/>
        </p:nvSpPr>
        <p:spPr>
          <a:xfrm>
            <a:off x="164935" y="1196032"/>
            <a:ext cx="8528378" cy="35099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r>
              <a:rPr lang="en-US" b="1">
                <a:solidFill>
                  <a:schemeClr val="bg1"/>
                </a:solidFill>
                <a:latin typeface="Garamond" pitchFamily="18" charset="0"/>
              </a:rPr>
              <a:t>Conceptual graph  Illustration</a:t>
            </a:r>
            <a:r>
              <a:rPr lang="en-US" sz="1600" b="1">
                <a:solidFill>
                  <a:schemeClr val="bg1"/>
                </a:solidFill>
                <a:latin typeface="Garamond" pitchFamily="18" charset="0"/>
              </a:rPr>
              <a:t>  </a:t>
            </a:r>
            <a:endParaRPr lang="en-US" sz="1600">
              <a:solidFill>
                <a:srgbClr val="C00000"/>
              </a:solidFill>
              <a:latin typeface="Garamond" pitchFamily="18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8739140-D45C-415C-AE8E-013103070E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51" y="2202802"/>
            <a:ext cx="8458905" cy="493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7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6262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12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214282" y="4429132"/>
            <a:ext cx="857256" cy="928694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6477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6527F11B-ADDD-41EE-B2F8-CE5368114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5416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F25BF93-3554-4815-A66F-AF4057F8AE3D}"/>
              </a:ext>
            </a:extLst>
          </p:cNvPr>
          <p:cNvSpPr txBox="1"/>
          <p:nvPr/>
        </p:nvSpPr>
        <p:spPr>
          <a:xfrm>
            <a:off x="726" y="564383"/>
            <a:ext cx="8928992" cy="6057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endParaRPr lang="en-GB" sz="1700" b="1">
              <a:latin typeface="Garamond" panose="02020404030301010803" pitchFamily="18" charset="0"/>
            </a:endParaRPr>
          </a:p>
          <a:p>
            <a:pPr marL="449263" indent="-269875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Blip>
                <a:blip r:embed="rId4"/>
              </a:buBlip>
              <a:tabLst>
                <a:tab pos="179388" algn="l"/>
              </a:tabLst>
              <a:defRPr/>
            </a:pPr>
            <a:r>
              <a:rPr lang="en-GB" sz="1700" b="1">
                <a:latin typeface="Garamond" panose="02020404030301010803" pitchFamily="18" charset="0"/>
              </a:rPr>
              <a:t> Rule-Based recommendation engine  </a:t>
            </a: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r>
              <a:rPr lang="en-GB" sz="1700" b="1">
                <a:latin typeface="Garamond" panose="02020404030301010803" pitchFamily="18" charset="0"/>
              </a:rPr>
              <a:t>  </a:t>
            </a: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r>
              <a:rPr lang="en-GB" sz="1700" b="1">
                <a:latin typeface="Garamond" panose="02020404030301010803" pitchFamily="18" charset="0"/>
              </a:rPr>
              <a:t>  </a:t>
            </a:r>
            <a:endParaRPr lang="en-US"/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endParaRPr lang="en-US" sz="1700" b="1">
              <a:latin typeface="Garamond" panose="02020404030301010803" pitchFamily="18" charset="0"/>
            </a:endParaRP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endParaRPr lang="en-US" sz="1700" b="1">
              <a:latin typeface="Garamond" panose="02020404030301010803" pitchFamily="18" charset="0"/>
            </a:endParaRP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endParaRPr lang="en-US" sz="1700" b="1">
              <a:latin typeface="Garamond" panose="02020404030301010803" pitchFamily="18" charset="0"/>
            </a:endParaRP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endParaRPr lang="en-US" sz="1700" b="1">
              <a:latin typeface="Garamond" panose="02020404030301010803" pitchFamily="18" charset="0"/>
            </a:endParaRP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endParaRPr lang="en-GB" sz="1700" b="1">
              <a:latin typeface="Garamond" panose="02020404030301010803" pitchFamily="18" charset="0"/>
            </a:endParaRP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r>
              <a:rPr lang="en-GB" sz="1700" b="1">
                <a:latin typeface="Garamond" panose="02020404030301010803" pitchFamily="18" charset="0"/>
              </a:rPr>
              <a:t> 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FC54D42F-9C40-4C5A-9437-CDA9D52335C8}"/>
              </a:ext>
            </a:extLst>
          </p:cNvPr>
          <p:cNvGrpSpPr/>
          <p:nvPr/>
        </p:nvGrpSpPr>
        <p:grpSpPr>
          <a:xfrm>
            <a:off x="107504" y="1628800"/>
            <a:ext cx="8928992" cy="4315397"/>
            <a:chOff x="211570" y="624508"/>
            <a:chExt cx="8345007" cy="89129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92C8090-5156-4303-95F9-5B62D517047B}"/>
                </a:ext>
              </a:extLst>
            </p:cNvPr>
            <p:cNvSpPr/>
            <p:nvPr/>
          </p:nvSpPr>
          <p:spPr>
            <a:xfrm>
              <a:off x="211570" y="694497"/>
              <a:ext cx="8345007" cy="821306"/>
            </a:xfrm>
            <a:prstGeom prst="rect">
              <a:avLst/>
            </a:prstGeom>
            <a:solidFill>
              <a:srgbClr val="F9E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cs typeface="Times New Roman" pitchFamily="18" charset="0"/>
              </a:endParaRPr>
            </a:p>
            <a:p>
              <a:endPara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cs typeface="Times New Roman" pitchFamily="18" charset="0"/>
              </a:endParaRPr>
            </a:p>
            <a:p>
              <a:pPr algn="l"/>
              <a:r>
                <a:rPr lang="en-US">
                  <a:solidFill>
                    <a:schemeClr val="tx1"/>
                  </a:solidFill>
                  <a:latin typeface="Garamond" panose="02020404030301010803" pitchFamily="18" charset="0"/>
                </a:rPr>
                <a:t>  </a:t>
              </a:r>
            </a:p>
          </p:txBody>
        </p:sp>
        <p:sp>
          <p:nvSpPr>
            <p:cNvPr id="27" name="Round Same Side Corner Rectangle 17">
              <a:extLst>
                <a:ext uri="{FF2B5EF4-FFF2-40B4-BE49-F238E27FC236}">
                  <a16:creationId xmlns:a16="http://schemas.microsoft.com/office/drawing/2014/main" id="{BC8D3C36-11A7-46CF-8A7B-4596173CF4A9}"/>
                </a:ext>
              </a:extLst>
            </p:cNvPr>
            <p:cNvSpPr/>
            <p:nvPr/>
          </p:nvSpPr>
          <p:spPr>
            <a:xfrm>
              <a:off x="211570" y="624508"/>
              <a:ext cx="8345007" cy="8949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r>
                <a:rPr lang="en-US" sz="1700" b="1">
                  <a:solidFill>
                    <a:schemeClr val="bg1"/>
                  </a:solidFill>
                  <a:latin typeface="Garamond" pitchFamily="18" charset="0"/>
                </a:rPr>
                <a:t>The reasoning process </a:t>
              </a:r>
              <a:endParaRPr lang="en-US" sz="1700">
                <a:solidFill>
                  <a:srgbClr val="C00000"/>
                </a:solidFill>
                <a:latin typeface="Garamond" pitchFamily="18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15091D2-90B4-4BF6-8155-2F40A2DBC5C6}"/>
              </a:ext>
            </a:extLst>
          </p:cNvPr>
          <p:cNvSpPr/>
          <p:nvPr/>
        </p:nvSpPr>
        <p:spPr>
          <a:xfrm>
            <a:off x="4572000" y="134034"/>
            <a:ext cx="29446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/>
            <a:r>
              <a:rPr lang="en-US" b="1">
                <a:solidFill>
                  <a:schemeClr val="bg1"/>
                </a:solidFill>
                <a:cs typeface="Andalus" pitchFamily="18" charset="-78"/>
              </a:rPr>
              <a:t>Prototypes with illustrations </a:t>
            </a:r>
          </a:p>
          <a:p>
            <a:pPr marL="571500" indent="-571500"/>
            <a:endParaRPr lang="en-US" b="1">
              <a:solidFill>
                <a:schemeClr val="bg1"/>
              </a:solidFill>
              <a:cs typeface="Andalus" pitchFamily="18" charset="-7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0E622D-7AC2-47EC-9B40-B30C1B763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8" y="2093711"/>
            <a:ext cx="8724900" cy="374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5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6262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13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214282" y="4429132"/>
            <a:ext cx="857256" cy="928694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6477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6527F11B-ADDD-41EE-B2F8-CE5368114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5416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5091D2-90B4-4BF6-8155-2F40A2DBC5C6}"/>
              </a:ext>
            </a:extLst>
          </p:cNvPr>
          <p:cNvSpPr/>
          <p:nvPr/>
        </p:nvSpPr>
        <p:spPr>
          <a:xfrm>
            <a:off x="4597569" y="167102"/>
            <a:ext cx="29446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/>
            <a:r>
              <a:rPr lang="en-US" b="1">
                <a:solidFill>
                  <a:schemeClr val="bg1"/>
                </a:solidFill>
                <a:cs typeface="Andalus" pitchFamily="18" charset="-78"/>
              </a:rPr>
              <a:t>Prototypes with illustrations </a:t>
            </a:r>
          </a:p>
          <a:p>
            <a:pPr marL="571500" indent="-571500"/>
            <a:endParaRPr lang="en-US" b="1">
              <a:solidFill>
                <a:schemeClr val="bg1"/>
              </a:solidFill>
              <a:cs typeface="Andalus" pitchFamily="18" charset="-78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B9011277-2FA0-41D0-B4CC-BF3CAA0FB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536" y="-53144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A6E9ED7D-CB75-4771-B1FB-18122A71FFE5}"/>
              </a:ext>
            </a:extLst>
          </p:cNvPr>
          <p:cNvGrpSpPr/>
          <p:nvPr/>
        </p:nvGrpSpPr>
        <p:grpSpPr>
          <a:xfrm>
            <a:off x="359024" y="1457400"/>
            <a:ext cx="8532440" cy="4068568"/>
            <a:chOff x="194973" y="600221"/>
            <a:chExt cx="8348982" cy="37220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915017F-25FC-4760-B4C8-8E228E4DB84B}"/>
                </a:ext>
              </a:extLst>
            </p:cNvPr>
            <p:cNvSpPr/>
            <p:nvPr/>
          </p:nvSpPr>
          <p:spPr>
            <a:xfrm>
              <a:off x="198948" y="632669"/>
              <a:ext cx="8345007" cy="339759"/>
            </a:xfrm>
            <a:prstGeom prst="rect">
              <a:avLst/>
            </a:prstGeom>
            <a:solidFill>
              <a:srgbClr val="F9E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udy Old Style" panose="02020502050305020303" pitchFamily="18" charset="0"/>
                <a:cs typeface="Times New Roman" pitchFamily="18" charset="0"/>
              </a:endParaRPr>
            </a:p>
          </p:txBody>
        </p:sp>
        <p:sp>
          <p:nvSpPr>
            <p:cNvPr id="31" name="Round Same Side Corner Rectangle 17">
              <a:extLst>
                <a:ext uri="{FF2B5EF4-FFF2-40B4-BE49-F238E27FC236}">
                  <a16:creationId xmlns:a16="http://schemas.microsoft.com/office/drawing/2014/main" id="{139BA34C-A8AF-47C2-ADFA-BCA857F57879}"/>
                </a:ext>
              </a:extLst>
            </p:cNvPr>
            <p:cNvSpPr/>
            <p:nvPr/>
          </p:nvSpPr>
          <p:spPr>
            <a:xfrm>
              <a:off x="194973" y="600221"/>
              <a:ext cx="8345007" cy="3211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r>
                <a:rPr lang="en-US" b="1">
                  <a:solidFill>
                    <a:schemeClr val="bg1"/>
                  </a:solidFill>
                  <a:latin typeface="Garamond" pitchFamily="18" charset="0"/>
                </a:rPr>
                <a:t>Rule Base Illustration</a:t>
              </a:r>
              <a:r>
                <a:rPr lang="en-US" sz="1600" b="1">
                  <a:solidFill>
                    <a:schemeClr val="bg1"/>
                  </a:solidFill>
                  <a:latin typeface="Garamond" pitchFamily="18" charset="0"/>
                </a:rPr>
                <a:t>  </a:t>
              </a:r>
              <a:endParaRPr lang="en-US" sz="1600">
                <a:solidFill>
                  <a:srgbClr val="C00000"/>
                </a:solidFill>
                <a:latin typeface="Garamond" pitchFamily="18" charset="0"/>
              </a:endParaRPr>
            </a:p>
          </p:txBody>
        </p:sp>
      </p:grpSp>
      <p:sp>
        <p:nvSpPr>
          <p:cNvPr id="32" name="ZoneTexte 31">
            <a:extLst>
              <a:ext uri="{FF2B5EF4-FFF2-40B4-BE49-F238E27FC236}">
                <a16:creationId xmlns:a16="http://schemas.microsoft.com/office/drawing/2014/main" id="{DFE28459-4D71-4A52-9219-2A5B5F03FEAB}"/>
              </a:ext>
            </a:extLst>
          </p:cNvPr>
          <p:cNvSpPr txBox="1"/>
          <p:nvPr/>
        </p:nvSpPr>
        <p:spPr>
          <a:xfrm>
            <a:off x="143000" y="1893821"/>
            <a:ext cx="6196921" cy="2710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269875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Blip>
                <a:blip r:embed="rId4"/>
              </a:buBlip>
              <a:tabLst>
                <a:tab pos="179388" algn="l"/>
              </a:tabLst>
              <a:defRPr/>
            </a:pPr>
            <a:r>
              <a:rPr lang="en-GB" sz="1700">
                <a:latin typeface="Garamond" panose="02020404030301010803" pitchFamily="18" charset="0"/>
              </a:rPr>
              <a:t>We obtain a KB including </a:t>
            </a:r>
            <a:r>
              <a:rPr lang="en-GB" sz="1700" b="1">
                <a:latin typeface="Garamond" panose="02020404030301010803" pitchFamily="18" charset="0"/>
              </a:rPr>
              <a:t>1492 concepts</a:t>
            </a:r>
            <a:r>
              <a:rPr lang="en-GB" sz="1700">
                <a:latin typeface="Garamond" panose="02020404030301010803" pitchFamily="18" charset="0"/>
              </a:rPr>
              <a:t>, </a:t>
            </a:r>
            <a:r>
              <a:rPr lang="en-GB" sz="1700" b="1">
                <a:latin typeface="Garamond" panose="02020404030301010803" pitchFamily="18" charset="0"/>
              </a:rPr>
              <a:t>360 object properties</a:t>
            </a:r>
            <a:r>
              <a:rPr lang="en-GB" sz="1700">
                <a:latin typeface="Garamond" panose="02020404030301010803" pitchFamily="18" charset="0"/>
              </a:rPr>
              <a:t>, </a:t>
            </a:r>
            <a:r>
              <a:rPr lang="en-GB" sz="1700" b="1">
                <a:latin typeface="Garamond" panose="02020404030301010803" pitchFamily="18" charset="0"/>
              </a:rPr>
              <a:t>66 instances</a:t>
            </a:r>
            <a:r>
              <a:rPr lang="en-GB" sz="1700">
                <a:latin typeface="Garamond" panose="02020404030301010803" pitchFamily="18" charset="0"/>
              </a:rPr>
              <a:t>, </a:t>
            </a:r>
            <a:r>
              <a:rPr lang="en-GB" sz="1700" b="1">
                <a:latin typeface="Garamond" panose="02020404030301010803" pitchFamily="18" charset="0"/>
              </a:rPr>
              <a:t>90 data properties </a:t>
            </a:r>
            <a:r>
              <a:rPr lang="en-GB" sz="1700">
                <a:latin typeface="Garamond" panose="02020404030301010803" pitchFamily="18" charset="0"/>
              </a:rPr>
              <a:t>, </a:t>
            </a:r>
            <a:r>
              <a:rPr lang="en-GB" sz="1700" b="1">
                <a:latin typeface="Garamond" panose="02020404030301010803" pitchFamily="18" charset="0"/>
              </a:rPr>
              <a:t>187 axioms </a:t>
            </a:r>
            <a:r>
              <a:rPr lang="en-GB" sz="1700">
                <a:latin typeface="Garamond" panose="02020404030301010803" pitchFamily="18" charset="0"/>
              </a:rPr>
              <a:t>and </a:t>
            </a:r>
            <a:r>
              <a:rPr lang="en-GB" sz="1700" b="1">
                <a:latin typeface="Garamond" panose="02020404030301010803" pitchFamily="18" charset="0"/>
              </a:rPr>
              <a:t>22  rules</a:t>
            </a:r>
            <a:r>
              <a:rPr lang="en-GB" sz="1700">
                <a:latin typeface="Garamond" panose="02020404030301010803" pitchFamily="18" charset="0"/>
              </a:rPr>
              <a:t>.</a:t>
            </a:r>
          </a:p>
          <a:p>
            <a:pPr marL="449263" indent="-269875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Blip>
                <a:blip r:embed="rId4"/>
              </a:buBlip>
              <a:tabLst>
                <a:tab pos="179388" algn="l"/>
              </a:tabLst>
              <a:defRPr/>
            </a:pPr>
            <a:r>
              <a:rPr lang="en-GB" sz="1700">
                <a:latin typeface="Garamond" panose="02020404030301010803" pitchFamily="18" charset="0"/>
              </a:rPr>
              <a:t> Express reasoning sentence with SWRL language.</a:t>
            </a: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endParaRPr lang="en-GB" sz="1700">
              <a:latin typeface="Garamond" panose="02020404030301010803" pitchFamily="18" charset="0"/>
            </a:endParaRPr>
          </a:p>
          <a:p>
            <a:pPr marL="179388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tabLst>
                <a:tab pos="179388" algn="l"/>
              </a:tabLst>
              <a:defRPr/>
            </a:pPr>
            <a:endParaRPr lang="en-GB" sz="1700">
              <a:latin typeface="Garamond" panose="02020404030301010803" pitchFamily="18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F4BE68B3-BDCD-4E62-835C-C149D78B7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1" y="3542677"/>
            <a:ext cx="4208585" cy="169861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B97CFEB4-0912-49DC-8858-A0476E86C5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32" y="1965829"/>
            <a:ext cx="5832648" cy="345201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13E4415-B235-48D9-AEA6-558A7A1628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64" y="3542677"/>
            <a:ext cx="5184576" cy="176830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6C165934-255F-40E0-8D59-F8A66E80B1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32" y="1974115"/>
            <a:ext cx="8173416" cy="350113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7" name="Ellipse 36">
            <a:extLst>
              <a:ext uri="{FF2B5EF4-FFF2-40B4-BE49-F238E27FC236}">
                <a16:creationId xmlns:a16="http://schemas.microsoft.com/office/drawing/2014/main" id="{ED44B68E-73A8-4FDA-9E5D-0AF1C14D223A}"/>
              </a:ext>
            </a:extLst>
          </p:cNvPr>
          <p:cNvSpPr/>
          <p:nvPr/>
        </p:nvSpPr>
        <p:spPr>
          <a:xfrm>
            <a:off x="2611275" y="3797001"/>
            <a:ext cx="412045" cy="39670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6D0D4715-541A-4FE2-8B02-23460846682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9546" y="1979646"/>
            <a:ext cx="8224902" cy="378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3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14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214282" y="4429132"/>
            <a:ext cx="857256" cy="928694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0" y="20002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6477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0" y="6652463"/>
            <a:ext cx="2214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1200" b="1">
                <a:solidFill>
                  <a:schemeClr val="bg1"/>
                </a:solidFill>
              </a:rPr>
              <a:t>2022/2023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6527F11B-ADDD-41EE-B2F8-CE5368114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5416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7EB6CA18-D4F0-4839-BC18-772EF5037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CC3623F-1CA7-4958-941D-F19F4061EBB9}"/>
              </a:ext>
            </a:extLst>
          </p:cNvPr>
          <p:cNvSpPr txBox="1"/>
          <p:nvPr/>
        </p:nvSpPr>
        <p:spPr>
          <a:xfrm>
            <a:off x="107504" y="1482804"/>
            <a:ext cx="8928992" cy="44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269875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Blip>
                <a:blip r:embed="rId5"/>
              </a:buBlip>
              <a:tabLst>
                <a:tab pos="179388" algn="l"/>
              </a:tabLst>
              <a:defRPr/>
            </a:pPr>
            <a:r>
              <a:rPr lang="fr-FR" sz="1700" b="1">
                <a:latin typeface="Garamond" panose="02020404030301010803" pitchFamily="18" charset="0"/>
              </a:rPr>
              <a:t>System illustration  </a:t>
            </a:r>
            <a:endParaRPr lang="en-GB" sz="1700" b="1">
              <a:latin typeface="Garamond" panose="02020404030301010803" pitchFamily="18" charset="0"/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A355AE41-BCDD-4EE0-903A-8841CEDDB4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70" y="1977783"/>
            <a:ext cx="8934526" cy="449729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D21F1E8-3D74-44AD-B6C4-AF20D0AC102C}"/>
              </a:ext>
            </a:extLst>
          </p:cNvPr>
          <p:cNvSpPr/>
          <p:nvPr/>
        </p:nvSpPr>
        <p:spPr>
          <a:xfrm>
            <a:off x="4572000" y="134034"/>
            <a:ext cx="29446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/>
            <a:r>
              <a:rPr lang="en-US" b="1">
                <a:solidFill>
                  <a:schemeClr val="bg1"/>
                </a:solidFill>
                <a:cs typeface="Andalus" pitchFamily="18" charset="-78"/>
              </a:rPr>
              <a:t>Prototypes with illustrations </a:t>
            </a:r>
          </a:p>
          <a:p>
            <a:pPr marL="571500" indent="-571500"/>
            <a:endParaRPr lang="en-US" b="1">
              <a:solidFill>
                <a:schemeClr val="bg1"/>
              </a:solidFill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23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07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48449"/>
            <a:ext cx="9144000" cy="23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0" y="6652463"/>
            <a:ext cx="2000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fr-FR" sz="1200" b="1">
              <a:solidFill>
                <a:schemeClr val="bg1"/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7010400" y="6564337"/>
            <a:ext cx="2133600" cy="365125"/>
          </a:xfrm>
        </p:spPr>
        <p:txBody>
          <a:bodyPr/>
          <a:lstStyle/>
          <a:p>
            <a:fld id="{A3981328-B085-4EFE-901B-9AC4850B2600}" type="slidenum">
              <a:rPr lang="fr-FR" b="1" smtClean="0">
                <a:solidFill>
                  <a:schemeClr val="bg1"/>
                </a:solidFill>
              </a:rPr>
              <a:pPr/>
              <a:t>15</a:t>
            </a:fld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gray">
          <a:xfrm>
            <a:off x="714348" y="4357694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AutoShape 11"/>
          <p:cNvSpPr>
            <a:spLocks noChangeArrowheads="1"/>
          </p:cNvSpPr>
          <p:nvPr/>
        </p:nvSpPr>
        <p:spPr bwMode="gray">
          <a:xfrm>
            <a:off x="714348" y="4929198"/>
            <a:ext cx="357190" cy="28575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gray">
          <a:xfrm>
            <a:off x="714348" y="4929198"/>
            <a:ext cx="428628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gray">
          <a:xfrm>
            <a:off x="785786" y="4357694"/>
            <a:ext cx="357190" cy="309562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" name="Flèche droite 40"/>
          <p:cNvSpPr/>
          <p:nvPr/>
        </p:nvSpPr>
        <p:spPr>
          <a:xfrm>
            <a:off x="857224" y="4786322"/>
            <a:ext cx="285752" cy="21431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4143372" y="62150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64" name="AutoShape 11"/>
          <p:cNvSpPr>
            <a:spLocks noChangeArrowheads="1"/>
          </p:cNvSpPr>
          <p:nvPr/>
        </p:nvSpPr>
        <p:spPr bwMode="gray">
          <a:xfrm>
            <a:off x="285720" y="4857760"/>
            <a:ext cx="500066" cy="381000"/>
          </a:xfrm>
          <a:prstGeom prst="rightArrow">
            <a:avLst>
              <a:gd name="adj1" fmla="val 50000"/>
              <a:gd name="adj2" fmla="val 52778"/>
            </a:avLst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6" name="TextBox 15"/>
          <p:cNvSpPr txBox="1"/>
          <p:nvPr/>
        </p:nvSpPr>
        <p:spPr>
          <a:xfrm>
            <a:off x="642910" y="2714620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325098" y="1499971"/>
            <a:ext cx="828680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>
              <a:solidFill>
                <a:srgbClr val="FF0000"/>
              </a:solidFill>
              <a:latin typeface="Candara" pitchFamily="34" charset="0"/>
            </a:endParaRPr>
          </a:p>
        </p:txBody>
      </p:sp>
      <p:sp>
        <p:nvSpPr>
          <p:cNvPr id="49" name="Organigramme : Alternative 48"/>
          <p:cNvSpPr/>
          <p:nvPr/>
        </p:nvSpPr>
        <p:spPr>
          <a:xfrm>
            <a:off x="1142976" y="3357562"/>
            <a:ext cx="8001024" cy="500066"/>
          </a:xfrm>
          <a:prstGeom prst="flowChartAlternateProcess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52588" y="2290763"/>
            <a:ext cx="58388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Application>Microsoft Office PowerPoint</Application>
  <PresentationFormat>On-screen Show (4:3)</PresentationFormat>
  <Slides>15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wiem</dc:creator>
  <cp:revision>18</cp:revision>
  <dcterms:created xsi:type="dcterms:W3CDTF">2017-04-12T07:23:12Z</dcterms:created>
  <dcterms:modified xsi:type="dcterms:W3CDTF">2024-11-11T17:53:12Z</dcterms:modified>
</cp:coreProperties>
</file>